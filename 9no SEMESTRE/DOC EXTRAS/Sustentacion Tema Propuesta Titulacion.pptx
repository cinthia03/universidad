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10563-A12A-4EBC-8CC2-867B280651C4}" v="348" dt="2026-03-04T23:11:56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>
        <p:scale>
          <a:sx n="42" d="100"/>
          <a:sy n="42" d="100"/>
        </p:scale>
        <p:origin x="7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Tenesaca" userId="834b67dfe8cd8862" providerId="LiveId" clId="{994C8CFE-BB2B-4A24-A110-C945B0053961}"/>
    <pc:docChg chg="undo redo custSel addSld delSld modSld sldOrd">
      <pc:chgData name="Maria Tenesaca" userId="834b67dfe8cd8862" providerId="LiveId" clId="{994C8CFE-BB2B-4A24-A110-C945B0053961}" dt="2026-03-04T23:13:41.952" v="2229" actId="20577"/>
      <pc:docMkLst>
        <pc:docMk/>
      </pc:docMkLst>
      <pc:sldChg chg="modSp mod">
        <pc:chgData name="Maria Tenesaca" userId="834b67dfe8cd8862" providerId="LiveId" clId="{994C8CFE-BB2B-4A24-A110-C945B0053961}" dt="2026-02-28T20:05:55.920" v="1274" actId="404"/>
        <pc:sldMkLst>
          <pc:docMk/>
          <pc:sldMk cId="1897635422" sldId="256"/>
        </pc:sldMkLst>
        <pc:spChg chg="mod">
          <ac:chgData name="Maria Tenesaca" userId="834b67dfe8cd8862" providerId="LiveId" clId="{994C8CFE-BB2B-4A24-A110-C945B0053961}" dt="2026-02-28T20:05:55.920" v="1274" actId="404"/>
          <ac:spMkLst>
            <pc:docMk/>
            <pc:sldMk cId="1897635422" sldId="256"/>
            <ac:spMk id="2" creationId="{914F251A-9127-D68C-8AB1-27CF381C2A96}"/>
          </ac:spMkLst>
        </pc:spChg>
        <pc:spChg chg="mod">
          <ac:chgData name="Maria Tenesaca" userId="834b67dfe8cd8862" providerId="LiveId" clId="{994C8CFE-BB2B-4A24-A110-C945B0053961}" dt="2026-02-28T19:05:07.160" v="889" actId="2710"/>
          <ac:spMkLst>
            <pc:docMk/>
            <pc:sldMk cId="1897635422" sldId="256"/>
            <ac:spMk id="3" creationId="{BAE3BB08-820F-F966-0F66-B82398A29610}"/>
          </ac:spMkLst>
        </pc:spChg>
      </pc:sldChg>
      <pc:sldChg chg="addSp delSp modSp mod setBg setClrOvrMap">
        <pc:chgData name="Maria Tenesaca" userId="834b67dfe8cd8862" providerId="LiveId" clId="{994C8CFE-BB2B-4A24-A110-C945B0053961}" dt="2026-02-28T19:10:32.646" v="933" actId="14100"/>
        <pc:sldMkLst>
          <pc:docMk/>
          <pc:sldMk cId="2358604494" sldId="257"/>
        </pc:sldMkLst>
        <pc:spChg chg="mod">
          <ac:chgData name="Maria Tenesaca" userId="834b67dfe8cd8862" providerId="LiveId" clId="{994C8CFE-BB2B-4A24-A110-C945B0053961}" dt="2026-02-28T19:10:32.646" v="933" actId="14100"/>
          <ac:spMkLst>
            <pc:docMk/>
            <pc:sldMk cId="2358604494" sldId="257"/>
            <ac:spMk id="2" creationId="{94AAF058-9CB4-B333-758D-DCF3CD1E2DBB}"/>
          </ac:spMkLst>
        </pc:spChg>
        <pc:spChg chg="add del">
          <ac:chgData name="Maria Tenesaca" userId="834b67dfe8cd8862" providerId="LiveId" clId="{994C8CFE-BB2B-4A24-A110-C945B0053961}" dt="2026-02-28T19:08:37.458" v="916" actId="26606"/>
          <ac:spMkLst>
            <pc:docMk/>
            <pc:sldMk cId="2358604494" sldId="257"/>
            <ac:spMk id="1031" creationId="{1952B49D-8F36-5B8C-29A8-308C5CB808D7}"/>
          </ac:spMkLst>
        </pc:spChg>
        <pc:graphicFrameChg chg="add mod ord modGraphic">
          <ac:chgData name="Maria Tenesaca" userId="834b67dfe8cd8862" providerId="LiveId" clId="{994C8CFE-BB2B-4A24-A110-C945B0053961}" dt="2026-02-28T19:10:04.758" v="928" actId="1076"/>
          <ac:graphicFrameMkLst>
            <pc:docMk/>
            <pc:sldMk cId="2358604494" sldId="257"/>
            <ac:graphicFrameMk id="5" creationId="{B3CBE10C-0C43-0D76-9091-C67D92CF4F74}"/>
          </ac:graphicFrameMkLst>
        </pc:graphicFrameChg>
        <pc:picChg chg="add mod">
          <ac:chgData name="Maria Tenesaca" userId="834b67dfe8cd8862" providerId="LiveId" clId="{994C8CFE-BB2B-4A24-A110-C945B0053961}" dt="2026-02-28T19:10:16.964" v="932" actId="1076"/>
          <ac:picMkLst>
            <pc:docMk/>
            <pc:sldMk cId="2358604494" sldId="257"/>
            <ac:picMk id="7" creationId="{9BC28A9A-7390-65E7-2964-769B0910EF8E}"/>
          </ac:picMkLst>
        </pc:picChg>
        <pc:picChg chg="mod ord">
          <ac:chgData name="Maria Tenesaca" userId="834b67dfe8cd8862" providerId="LiveId" clId="{994C8CFE-BB2B-4A24-A110-C945B0053961}" dt="2026-02-28T19:08:37.458" v="916" actId="26606"/>
          <ac:picMkLst>
            <pc:docMk/>
            <pc:sldMk cId="2358604494" sldId="257"/>
            <ac:picMk id="1026" creationId="{84B006CE-6EE1-646A-C774-F763A38F211B}"/>
          </ac:picMkLst>
        </pc:picChg>
      </pc:sldChg>
      <pc:sldChg chg="modSp mod">
        <pc:chgData name="Maria Tenesaca" userId="834b67dfe8cd8862" providerId="LiveId" clId="{994C8CFE-BB2B-4A24-A110-C945B0053961}" dt="2026-03-04T20:40:53.340" v="2112" actId="1076"/>
        <pc:sldMkLst>
          <pc:docMk/>
          <pc:sldMk cId="1212838956" sldId="258"/>
        </pc:sldMkLst>
        <pc:spChg chg="mod">
          <ac:chgData name="Maria Tenesaca" userId="834b67dfe8cd8862" providerId="LiveId" clId="{994C8CFE-BB2B-4A24-A110-C945B0053961}" dt="2026-02-28T19:11:53.510" v="939" actId="1076"/>
          <ac:spMkLst>
            <pc:docMk/>
            <pc:sldMk cId="1212838956" sldId="258"/>
            <ac:spMk id="2" creationId="{89317465-8311-6A12-F089-9D451B3D36BC}"/>
          </ac:spMkLst>
        </pc:spChg>
        <pc:spChg chg="mod">
          <ac:chgData name="Maria Tenesaca" userId="834b67dfe8cd8862" providerId="LiveId" clId="{994C8CFE-BB2B-4A24-A110-C945B0053961}" dt="2026-03-04T20:40:53.340" v="2112" actId="1076"/>
          <ac:spMkLst>
            <pc:docMk/>
            <pc:sldMk cId="1212838956" sldId="258"/>
            <ac:spMk id="3" creationId="{8B873121-2E02-1C64-3BE0-6C3A515677B7}"/>
          </ac:spMkLst>
        </pc:spChg>
      </pc:sldChg>
      <pc:sldChg chg="addSp delSp modSp mod">
        <pc:chgData name="Maria Tenesaca" userId="834b67dfe8cd8862" providerId="LiveId" clId="{994C8CFE-BB2B-4A24-A110-C945B0053961}" dt="2026-03-04T20:45:17.184" v="2181" actId="20577"/>
        <pc:sldMkLst>
          <pc:docMk/>
          <pc:sldMk cId="1870300302" sldId="259"/>
        </pc:sldMkLst>
        <pc:spChg chg="mod">
          <ac:chgData name="Maria Tenesaca" userId="834b67dfe8cd8862" providerId="LiveId" clId="{994C8CFE-BB2B-4A24-A110-C945B0053961}" dt="2026-02-28T19:11:46.453" v="938" actId="1076"/>
          <ac:spMkLst>
            <pc:docMk/>
            <pc:sldMk cId="1870300302" sldId="259"/>
            <ac:spMk id="2" creationId="{67FFB4D9-CCC5-9A45-0B0A-9166A2CC2542}"/>
          </ac:spMkLst>
        </pc:spChg>
        <pc:spChg chg="mod">
          <ac:chgData name="Maria Tenesaca" userId="834b67dfe8cd8862" providerId="LiveId" clId="{994C8CFE-BB2B-4A24-A110-C945B0053961}" dt="2026-03-04T20:44:06.508" v="2158" actId="14100"/>
          <ac:spMkLst>
            <pc:docMk/>
            <pc:sldMk cId="1870300302" sldId="259"/>
            <ac:spMk id="3" creationId="{C5CC1714-131D-BDE0-5DDA-8093906BB6F1}"/>
          </ac:spMkLst>
        </pc:spChg>
        <pc:spChg chg="add mod">
          <ac:chgData name="Maria Tenesaca" userId="834b67dfe8cd8862" providerId="LiveId" clId="{994C8CFE-BB2B-4A24-A110-C945B0053961}" dt="2026-03-04T20:44:15.828" v="2162" actId="1076"/>
          <ac:spMkLst>
            <pc:docMk/>
            <pc:sldMk cId="1870300302" sldId="259"/>
            <ac:spMk id="11" creationId="{EB219DA1-A498-27DA-FCBF-36DDDA44F0C9}"/>
          </ac:spMkLst>
        </pc:spChg>
        <pc:spChg chg="add mod">
          <ac:chgData name="Maria Tenesaca" userId="834b67dfe8cd8862" providerId="LiveId" clId="{994C8CFE-BB2B-4A24-A110-C945B0053961}" dt="2026-03-04T20:45:17.184" v="2181" actId="20577"/>
          <ac:spMkLst>
            <pc:docMk/>
            <pc:sldMk cId="1870300302" sldId="259"/>
            <ac:spMk id="13" creationId="{A213D330-F4EE-6A59-C114-D256DD332CD2}"/>
          </ac:spMkLst>
        </pc:spChg>
        <pc:spChg chg="add mod">
          <ac:chgData name="Maria Tenesaca" userId="834b67dfe8cd8862" providerId="LiveId" clId="{994C8CFE-BB2B-4A24-A110-C945B0053961}" dt="2026-03-04T20:44:11.224" v="2160" actId="1076"/>
          <ac:spMkLst>
            <pc:docMk/>
            <pc:sldMk cId="1870300302" sldId="259"/>
            <ac:spMk id="15" creationId="{6BD03453-1377-8BD4-63A6-039ADC7BD297}"/>
          </ac:spMkLst>
        </pc:spChg>
        <pc:picChg chg="add mod modCrop">
          <ac:chgData name="Maria Tenesaca" userId="834b67dfe8cd8862" providerId="LiveId" clId="{994C8CFE-BB2B-4A24-A110-C945B0053961}" dt="2026-03-04T20:43:38.856" v="2149" actId="29295"/>
          <ac:picMkLst>
            <pc:docMk/>
            <pc:sldMk cId="1870300302" sldId="259"/>
            <ac:picMk id="5" creationId="{AE1C6373-85F9-89E4-BFE6-70D36189AD76}"/>
          </ac:picMkLst>
        </pc:picChg>
      </pc:sldChg>
      <pc:sldChg chg="addSp delSp modSp mod">
        <pc:chgData name="Maria Tenesaca" userId="834b67dfe8cd8862" providerId="LiveId" clId="{994C8CFE-BB2B-4A24-A110-C945B0053961}" dt="2026-02-28T19:26:01.718" v="1093" actId="14100"/>
        <pc:sldMkLst>
          <pc:docMk/>
          <pc:sldMk cId="1187504454" sldId="260"/>
        </pc:sldMkLst>
        <pc:spChg chg="mod">
          <ac:chgData name="Maria Tenesaca" userId="834b67dfe8cd8862" providerId="LiveId" clId="{994C8CFE-BB2B-4A24-A110-C945B0053961}" dt="2026-02-28T19:25:58.031" v="1092" actId="1076"/>
          <ac:spMkLst>
            <pc:docMk/>
            <pc:sldMk cId="1187504454" sldId="260"/>
            <ac:spMk id="2" creationId="{66A0F9DE-2331-7FF3-7630-C333DA9B0F66}"/>
          </ac:spMkLst>
        </pc:spChg>
        <pc:graphicFrameChg chg="add mod modGraphic">
          <ac:chgData name="Maria Tenesaca" userId="834b67dfe8cd8862" providerId="LiveId" clId="{994C8CFE-BB2B-4A24-A110-C945B0053961}" dt="2026-02-28T19:26:01.718" v="1093" actId="14100"/>
          <ac:graphicFrameMkLst>
            <pc:docMk/>
            <pc:sldMk cId="1187504454" sldId="260"/>
            <ac:graphicFrameMk id="7" creationId="{6D9D0F70-03F7-7A05-9730-6C2F2D1622F6}"/>
          </ac:graphicFrameMkLst>
        </pc:graphicFrameChg>
      </pc:sldChg>
      <pc:sldChg chg="addSp delSp modSp mod ord">
        <pc:chgData name="Maria Tenesaca" userId="834b67dfe8cd8862" providerId="LiveId" clId="{994C8CFE-BB2B-4A24-A110-C945B0053961}" dt="2026-02-28T19:25:05.365" v="1091" actId="1076"/>
        <pc:sldMkLst>
          <pc:docMk/>
          <pc:sldMk cId="4153862093" sldId="261"/>
        </pc:sldMkLst>
        <pc:spChg chg="mod">
          <ac:chgData name="Maria Tenesaca" userId="834b67dfe8cd8862" providerId="LiveId" clId="{994C8CFE-BB2B-4A24-A110-C945B0053961}" dt="2026-02-28T19:22:10.812" v="1070" actId="1076"/>
          <ac:spMkLst>
            <pc:docMk/>
            <pc:sldMk cId="4153862093" sldId="261"/>
            <ac:spMk id="2" creationId="{BDBD3499-DA92-A2C2-EC4C-6F100EDDDF18}"/>
          </ac:spMkLst>
        </pc:spChg>
        <pc:graphicFrameChg chg="add mod modGraphic">
          <ac:chgData name="Maria Tenesaca" userId="834b67dfe8cd8862" providerId="LiveId" clId="{994C8CFE-BB2B-4A24-A110-C945B0053961}" dt="2026-02-28T19:22:45.383" v="1079" actId="1076"/>
          <ac:graphicFrameMkLst>
            <pc:docMk/>
            <pc:sldMk cId="4153862093" sldId="261"/>
            <ac:graphicFrameMk id="4" creationId="{3C915E0B-0156-CF7B-2BAE-CF933F691FB0}"/>
          </ac:graphicFrameMkLst>
        </pc:graphicFrameChg>
        <pc:picChg chg="add mod">
          <ac:chgData name="Maria Tenesaca" userId="834b67dfe8cd8862" providerId="LiveId" clId="{994C8CFE-BB2B-4A24-A110-C945B0053961}" dt="2026-02-28T19:24:49.464" v="1085" actId="1076"/>
          <ac:picMkLst>
            <pc:docMk/>
            <pc:sldMk cId="4153862093" sldId="261"/>
            <ac:picMk id="6" creationId="{579BCDE2-757F-7367-4469-33A470F3E706}"/>
          </ac:picMkLst>
        </pc:picChg>
        <pc:picChg chg="add mod">
          <ac:chgData name="Maria Tenesaca" userId="834b67dfe8cd8862" providerId="LiveId" clId="{994C8CFE-BB2B-4A24-A110-C945B0053961}" dt="2026-02-28T19:25:05.365" v="1091" actId="1076"/>
          <ac:picMkLst>
            <pc:docMk/>
            <pc:sldMk cId="4153862093" sldId="261"/>
            <ac:picMk id="8" creationId="{35AC4C47-E902-C124-46ED-849D30F67D0A}"/>
          </ac:picMkLst>
        </pc:picChg>
      </pc:sldChg>
      <pc:sldChg chg="addSp delSp modSp mod">
        <pc:chgData name="Maria Tenesaca" userId="834b67dfe8cd8862" providerId="LiveId" clId="{994C8CFE-BB2B-4A24-A110-C945B0053961}" dt="2026-02-28T19:56:52.173" v="1233" actId="1076"/>
        <pc:sldMkLst>
          <pc:docMk/>
          <pc:sldMk cId="3595487097" sldId="262"/>
        </pc:sldMkLst>
        <pc:spChg chg="mod">
          <ac:chgData name="Maria Tenesaca" userId="834b67dfe8cd8862" providerId="LiveId" clId="{994C8CFE-BB2B-4A24-A110-C945B0053961}" dt="2026-02-28T19:45:43.132" v="1113" actId="1076"/>
          <ac:spMkLst>
            <pc:docMk/>
            <pc:sldMk cId="3595487097" sldId="262"/>
            <ac:spMk id="2" creationId="{DB420B77-DD89-E814-E75C-F0407985D754}"/>
          </ac:spMkLst>
        </pc:spChg>
        <pc:graphicFrameChg chg="add del mod modGraphic">
          <ac:chgData name="Maria Tenesaca" userId="834b67dfe8cd8862" providerId="LiveId" clId="{994C8CFE-BB2B-4A24-A110-C945B0053961}" dt="2026-02-28T19:55:03.195" v="1220" actId="12269"/>
          <ac:graphicFrameMkLst>
            <pc:docMk/>
            <pc:sldMk cId="3595487097" sldId="262"/>
            <ac:graphicFrameMk id="4" creationId="{A5A80558-3AE3-7BF4-1E6F-F85B5E2FE652}"/>
          </ac:graphicFrameMkLst>
        </pc:graphicFrameChg>
        <pc:graphicFrameChg chg="add mod">
          <ac:chgData name="Maria Tenesaca" userId="834b67dfe8cd8862" providerId="LiveId" clId="{994C8CFE-BB2B-4A24-A110-C945B0053961}" dt="2026-02-28T19:56:45.521" v="1232"/>
          <ac:graphicFrameMkLst>
            <pc:docMk/>
            <pc:sldMk cId="3595487097" sldId="262"/>
            <ac:graphicFrameMk id="16" creationId="{F3DB799B-2C63-BA37-3CCF-D7F174CDC037}"/>
          </ac:graphicFrameMkLst>
        </pc:graphicFrameChg>
        <pc:picChg chg="add mod modCrop">
          <ac:chgData name="Maria Tenesaca" userId="834b67dfe8cd8862" providerId="LiveId" clId="{994C8CFE-BB2B-4A24-A110-C945B0053961}" dt="2026-02-28T19:53:09.500" v="1203" actId="1076"/>
          <ac:picMkLst>
            <pc:docMk/>
            <pc:sldMk cId="3595487097" sldId="262"/>
            <ac:picMk id="9" creationId="{FB1F422F-3135-9F23-83BA-44FE679666D8}"/>
          </ac:picMkLst>
        </pc:picChg>
        <pc:picChg chg="add mod modCrop">
          <ac:chgData name="Maria Tenesaca" userId="834b67dfe8cd8862" providerId="LiveId" clId="{994C8CFE-BB2B-4A24-A110-C945B0053961}" dt="2026-02-28T19:56:52.173" v="1233" actId="1076"/>
          <ac:picMkLst>
            <pc:docMk/>
            <pc:sldMk cId="3595487097" sldId="262"/>
            <ac:picMk id="15" creationId="{BAD75573-8FC2-A0BB-DB85-9CEE650BDAF9}"/>
          </ac:picMkLst>
        </pc:picChg>
      </pc:sldChg>
      <pc:sldChg chg="addSp delSp modSp add mod">
        <pc:chgData name="Maria Tenesaca" userId="834b67dfe8cd8862" providerId="LiveId" clId="{994C8CFE-BB2B-4A24-A110-C945B0053961}" dt="2026-03-04T23:13:41.952" v="2229" actId="20577"/>
        <pc:sldMkLst>
          <pc:docMk/>
          <pc:sldMk cId="1416576872" sldId="263"/>
        </pc:sldMkLst>
        <pc:spChg chg="mod">
          <ac:chgData name="Maria Tenesaca" userId="834b67dfe8cd8862" providerId="LiveId" clId="{994C8CFE-BB2B-4A24-A110-C945B0053961}" dt="2026-02-28T19:27:56.006" v="1112" actId="20577"/>
          <ac:spMkLst>
            <pc:docMk/>
            <pc:sldMk cId="1416576872" sldId="263"/>
            <ac:spMk id="2" creationId="{AEEF29FD-5102-4035-73A3-FB879501E340}"/>
          </ac:spMkLst>
        </pc:spChg>
        <pc:spChg chg="add mod">
          <ac:chgData name="Maria Tenesaca" userId="834b67dfe8cd8862" providerId="LiveId" clId="{994C8CFE-BB2B-4A24-A110-C945B0053961}" dt="2026-03-04T23:11:44.146" v="2193" actId="122"/>
          <ac:spMkLst>
            <pc:docMk/>
            <pc:sldMk cId="1416576872" sldId="263"/>
            <ac:spMk id="4" creationId="{2E0F5F3F-C1A1-0201-B416-2C0214BA3E33}"/>
          </ac:spMkLst>
        </pc:spChg>
        <pc:spChg chg="add mod">
          <ac:chgData name="Maria Tenesaca" userId="834b67dfe8cd8862" providerId="LiveId" clId="{994C8CFE-BB2B-4A24-A110-C945B0053961}" dt="2026-02-28T19:27:50.580" v="1110" actId="1076"/>
          <ac:spMkLst>
            <pc:docMk/>
            <pc:sldMk cId="1416576872" sldId="263"/>
            <ac:spMk id="6" creationId="{0DA61E7D-4EDB-DC7A-9F57-AEF45C283578}"/>
          </ac:spMkLst>
        </pc:spChg>
        <pc:spChg chg="add del">
          <ac:chgData name="Maria Tenesaca" userId="834b67dfe8cd8862" providerId="LiveId" clId="{994C8CFE-BB2B-4A24-A110-C945B0053961}" dt="2026-03-04T23:11:48.112" v="2195" actId="478"/>
          <ac:spMkLst>
            <pc:docMk/>
            <pc:sldMk cId="1416576872" sldId="263"/>
            <ac:spMk id="8" creationId="{6C6E1530-C8A9-EC2B-2D15-100242AF03B0}"/>
          </ac:spMkLst>
        </pc:spChg>
        <pc:spChg chg="add mod">
          <ac:chgData name="Maria Tenesaca" userId="834b67dfe8cd8862" providerId="LiveId" clId="{994C8CFE-BB2B-4A24-A110-C945B0053961}" dt="2026-03-04T23:12:32.535" v="2212" actId="20577"/>
          <ac:spMkLst>
            <pc:docMk/>
            <pc:sldMk cId="1416576872" sldId="263"/>
            <ac:spMk id="9" creationId="{130C66FA-C571-9FFB-3D40-C83B5C8B9EFE}"/>
          </ac:spMkLst>
        </pc:spChg>
        <pc:spChg chg="add mod">
          <ac:chgData name="Maria Tenesaca" userId="834b67dfe8cd8862" providerId="LiveId" clId="{994C8CFE-BB2B-4A24-A110-C945B0053961}" dt="2026-03-04T23:13:41.952" v="2229" actId="20577"/>
          <ac:spMkLst>
            <pc:docMk/>
            <pc:sldMk cId="1416576872" sldId="263"/>
            <ac:spMk id="10" creationId="{EDDE151C-A37C-6EAC-E72C-77725E586850}"/>
          </ac:spMkLst>
        </pc:spChg>
        <pc:picChg chg="add mod modCrop">
          <ac:chgData name="Maria Tenesaca" userId="834b67dfe8cd8862" providerId="LiveId" clId="{994C8CFE-BB2B-4A24-A110-C945B0053961}" dt="2026-03-04T23:12:26.819" v="2210" actId="732"/>
          <ac:picMkLst>
            <pc:docMk/>
            <pc:sldMk cId="1416576872" sldId="263"/>
            <ac:picMk id="7" creationId="{209484A3-3159-CB7F-6324-69CDB689E853}"/>
          </ac:picMkLst>
        </pc:picChg>
      </pc:sldChg>
      <pc:sldChg chg="addSp delSp modSp add mod">
        <pc:chgData name="Maria Tenesaca" userId="834b67dfe8cd8862" providerId="LiveId" clId="{994C8CFE-BB2B-4A24-A110-C945B0053961}" dt="2026-02-28T22:47:42.573" v="2087" actId="1076"/>
        <pc:sldMkLst>
          <pc:docMk/>
          <pc:sldMk cId="3527129741" sldId="264"/>
        </pc:sldMkLst>
        <pc:spChg chg="mod">
          <ac:chgData name="Maria Tenesaca" userId="834b67dfe8cd8862" providerId="LiveId" clId="{994C8CFE-BB2B-4A24-A110-C945B0053961}" dt="2026-02-28T22:47:42.573" v="2087" actId="1076"/>
          <ac:spMkLst>
            <pc:docMk/>
            <pc:sldMk cId="3527129741" sldId="264"/>
            <ac:spMk id="2" creationId="{C8C2301F-3BF3-32A9-7418-F0728AD1F610}"/>
          </ac:spMkLst>
        </pc:spChg>
        <pc:picChg chg="add mod modCrop">
          <ac:chgData name="Maria Tenesaca" userId="834b67dfe8cd8862" providerId="LiveId" clId="{994C8CFE-BB2B-4A24-A110-C945B0053961}" dt="2026-02-28T22:47:40.590" v="2086" actId="1076"/>
          <ac:picMkLst>
            <pc:docMk/>
            <pc:sldMk cId="3527129741" sldId="264"/>
            <ac:picMk id="4" creationId="{A85EF4D5-6053-7BB0-F98F-54FD0C636800}"/>
          </ac:picMkLst>
        </pc:picChg>
      </pc:sldChg>
      <pc:sldChg chg="addSp delSp modSp add mod">
        <pc:chgData name="Maria Tenesaca" userId="834b67dfe8cd8862" providerId="LiveId" clId="{994C8CFE-BB2B-4A24-A110-C945B0053961}" dt="2026-02-28T22:46:45.675" v="2083" actId="1076"/>
        <pc:sldMkLst>
          <pc:docMk/>
          <pc:sldMk cId="3883388391" sldId="265"/>
        </pc:sldMkLst>
        <pc:spChg chg="mod">
          <ac:chgData name="Maria Tenesaca" userId="834b67dfe8cd8862" providerId="LiveId" clId="{994C8CFE-BB2B-4A24-A110-C945B0053961}" dt="2026-02-28T22:46:12.117" v="2077" actId="1076"/>
          <ac:spMkLst>
            <pc:docMk/>
            <pc:sldMk cId="3883388391" sldId="265"/>
            <ac:spMk id="2" creationId="{C1650E0B-5006-E84A-107C-1E86279EF343}"/>
          </ac:spMkLst>
        </pc:spChg>
        <pc:spChg chg="add del mod">
          <ac:chgData name="Maria Tenesaca" userId="834b67dfe8cd8862" providerId="LiveId" clId="{994C8CFE-BB2B-4A24-A110-C945B0053961}" dt="2026-02-28T22:46:35.283" v="2081" actId="14100"/>
          <ac:spMkLst>
            <pc:docMk/>
            <pc:sldMk cId="3883388391" sldId="265"/>
            <ac:spMk id="3" creationId="{64B462D3-C5F9-DFE6-39BB-2E78B35E085B}"/>
          </ac:spMkLst>
        </pc:spChg>
        <pc:spChg chg="add mod">
          <ac:chgData name="Maria Tenesaca" userId="834b67dfe8cd8862" providerId="LiveId" clId="{994C8CFE-BB2B-4A24-A110-C945B0053961}" dt="2026-02-28T22:46:26.546" v="2079" actId="164"/>
          <ac:spMkLst>
            <pc:docMk/>
            <pc:sldMk cId="3883388391" sldId="265"/>
            <ac:spMk id="13" creationId="{F0D3D4A4-07A9-51B1-DA16-7241C49CF5DF}"/>
          </ac:spMkLst>
        </pc:spChg>
        <pc:spChg chg="add mod">
          <ac:chgData name="Maria Tenesaca" userId="834b67dfe8cd8862" providerId="LiveId" clId="{994C8CFE-BB2B-4A24-A110-C945B0053961}" dt="2026-02-28T22:46:26.546" v="2079" actId="164"/>
          <ac:spMkLst>
            <pc:docMk/>
            <pc:sldMk cId="3883388391" sldId="265"/>
            <ac:spMk id="14" creationId="{687325F6-49A4-7026-B733-D8D183FB4EC3}"/>
          </ac:spMkLst>
        </pc:spChg>
        <pc:spChg chg="add mod">
          <ac:chgData name="Maria Tenesaca" userId="834b67dfe8cd8862" providerId="LiveId" clId="{994C8CFE-BB2B-4A24-A110-C945B0053961}" dt="2026-02-28T22:46:26.546" v="2079" actId="164"/>
          <ac:spMkLst>
            <pc:docMk/>
            <pc:sldMk cId="3883388391" sldId="265"/>
            <ac:spMk id="15" creationId="{06E28E5C-1D13-23EE-CD80-F5E785C289AB}"/>
          </ac:spMkLst>
        </pc:spChg>
        <pc:spChg chg="add mod">
          <ac:chgData name="Maria Tenesaca" userId="834b67dfe8cd8862" providerId="LiveId" clId="{994C8CFE-BB2B-4A24-A110-C945B0053961}" dt="2026-02-28T22:46:26.546" v="2079" actId="164"/>
          <ac:spMkLst>
            <pc:docMk/>
            <pc:sldMk cId="3883388391" sldId="265"/>
            <ac:spMk id="16" creationId="{E3C3DE12-2301-253B-B80A-E868738884AE}"/>
          </ac:spMkLst>
        </pc:spChg>
        <pc:spChg chg="mod">
          <ac:chgData name="Maria Tenesaca" userId="834b67dfe8cd8862" providerId="LiveId" clId="{994C8CFE-BB2B-4A24-A110-C945B0053961}" dt="2026-02-28T22:46:26.546" v="2079" actId="164"/>
          <ac:spMkLst>
            <pc:docMk/>
            <pc:sldMk cId="3883388391" sldId="265"/>
            <ac:spMk id="17" creationId="{828AA534-5B9C-43E1-BAC4-D1A35FB702AD}"/>
          </ac:spMkLst>
        </pc:spChg>
        <pc:spChg chg="add mod">
          <ac:chgData name="Maria Tenesaca" userId="834b67dfe8cd8862" providerId="LiveId" clId="{994C8CFE-BB2B-4A24-A110-C945B0053961}" dt="2026-02-28T22:46:26.546" v="2079" actId="164"/>
          <ac:spMkLst>
            <pc:docMk/>
            <pc:sldMk cId="3883388391" sldId="265"/>
            <ac:spMk id="18" creationId="{B48B6FFE-21CA-3FB9-3D81-AD0C74612333}"/>
          </ac:spMkLst>
        </pc:spChg>
        <pc:grpChg chg="add mod">
          <ac:chgData name="Maria Tenesaca" userId="834b67dfe8cd8862" providerId="LiveId" clId="{994C8CFE-BB2B-4A24-A110-C945B0053961}" dt="2026-02-28T22:46:42.646" v="2082" actId="14100"/>
          <ac:grpSpMkLst>
            <pc:docMk/>
            <pc:sldMk cId="3883388391" sldId="265"/>
            <ac:grpSpMk id="19" creationId="{3CCE8A4E-F89D-662A-B6BF-BA41E07FD5C9}"/>
          </ac:grpSpMkLst>
        </pc:grpChg>
        <pc:picChg chg="add mod">
          <ac:chgData name="Maria Tenesaca" userId="834b67dfe8cd8862" providerId="LiveId" clId="{994C8CFE-BB2B-4A24-A110-C945B0053961}" dt="2026-02-28T22:46:45.675" v="2083" actId="1076"/>
          <ac:picMkLst>
            <pc:docMk/>
            <pc:sldMk cId="3883388391" sldId="265"/>
            <ac:picMk id="6" creationId="{44EC7CE0-6069-ECB5-76C9-3FD98083471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F8F6D1-EF8E-4688-BDF4-9D5034A602A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EC"/>
        </a:p>
      </dgm:t>
    </dgm:pt>
    <dgm:pt modelId="{9481AD9A-A4AD-4CEC-BAC9-4B993F828375}">
      <dgm:prSet custT="1"/>
      <dgm:spPr/>
      <dgm:t>
        <a:bodyPr/>
        <a:lstStyle/>
        <a:p>
          <a:r>
            <a:rPr lang="es-ES" sz="2600" b="1" dirty="0">
              <a:latin typeface="Cambria" panose="02040503050406030204" pitchFamily="18" charset="0"/>
              <a:ea typeface="Cambria" panose="02040503050406030204" pitchFamily="18" charset="0"/>
            </a:rPr>
            <a:t>Contexto</a:t>
          </a:r>
          <a:endParaRPr lang="es-EC" sz="2600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C0CBE47-3525-4B56-8FCC-50208B84B5E4}" type="parTrans" cxnId="{3795FC7A-7D8B-4862-A4CD-D859DD3F9D65}">
      <dgm:prSet/>
      <dgm:spPr/>
      <dgm:t>
        <a:bodyPr/>
        <a:lstStyle/>
        <a:p>
          <a:endParaRPr lang="es-EC" sz="2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D5AE537-CDE5-4C90-85DF-2C5E57FD8544}" type="sibTrans" cxnId="{3795FC7A-7D8B-4862-A4CD-D859DD3F9D65}">
      <dgm:prSet/>
      <dgm:spPr/>
      <dgm:t>
        <a:bodyPr/>
        <a:lstStyle/>
        <a:p>
          <a:endParaRPr lang="es-EC" sz="2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5BF3061-431F-4CDF-89DC-E88E3972B163}">
      <dgm:prSet custT="1"/>
      <dgm:spPr/>
      <dgm:t>
        <a:bodyPr/>
        <a:lstStyle/>
        <a:p>
          <a:pPr algn="just"/>
          <a:r>
            <a:rPr lang="es-ES" sz="2400" dirty="0">
              <a:latin typeface="Cambria" panose="02040503050406030204" pitchFamily="18" charset="0"/>
              <a:ea typeface="Cambria" panose="02040503050406030204" pitchFamily="18" charset="0"/>
            </a:rPr>
            <a:t>La empresa J KASG S.A. se dedica a la construcción de edificios no residenciales y gestiona actualmente sus recursos de forma manual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95923035-F267-4B95-8474-F8650D919AC1}" type="parTrans" cxnId="{587211CC-0968-463D-9E78-FEC78519C683}">
      <dgm:prSet/>
      <dgm:spPr/>
      <dgm:t>
        <a:bodyPr/>
        <a:lstStyle/>
        <a:p>
          <a:endParaRPr lang="es-EC" sz="2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9CA6E5E6-3EE7-446E-8CE4-4AB9F2394C83}" type="sibTrans" cxnId="{587211CC-0968-463D-9E78-FEC78519C683}">
      <dgm:prSet/>
      <dgm:spPr/>
      <dgm:t>
        <a:bodyPr/>
        <a:lstStyle/>
        <a:p>
          <a:endParaRPr lang="es-EC" sz="2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1F55381E-B959-4627-B2B2-71ED0426D584}">
      <dgm:prSet custT="1"/>
      <dgm:spPr/>
      <dgm:t>
        <a:bodyPr/>
        <a:lstStyle/>
        <a:p>
          <a:r>
            <a:rPr lang="es-ES" sz="2600" b="1" dirty="0">
              <a:latin typeface="Cambria" panose="02040503050406030204" pitchFamily="18" charset="0"/>
              <a:ea typeface="Cambria" panose="02040503050406030204" pitchFamily="18" charset="0"/>
            </a:rPr>
            <a:t>Problemática </a:t>
          </a:r>
          <a:endParaRPr lang="es-EC" sz="2600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A44B8CA-13F6-4FA1-B7AA-7FB57D605C8C}" type="parTrans" cxnId="{87191C28-E043-429C-BB12-75E57FBA0C26}">
      <dgm:prSet/>
      <dgm:spPr/>
      <dgm:t>
        <a:bodyPr/>
        <a:lstStyle/>
        <a:p>
          <a:endParaRPr lang="es-EC" sz="2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649A451-6D71-40F7-B2EE-C6FD6C9FBA99}" type="sibTrans" cxnId="{87191C28-E043-429C-BB12-75E57FBA0C26}">
      <dgm:prSet/>
      <dgm:spPr/>
      <dgm:t>
        <a:bodyPr/>
        <a:lstStyle/>
        <a:p>
          <a:endParaRPr lang="es-EC" sz="2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25F1FBEC-E113-4A2F-A404-A56D5E6FBA1B}">
      <dgm:prSet custT="1"/>
      <dgm:spPr/>
      <dgm:t>
        <a:bodyPr/>
        <a:lstStyle/>
        <a:p>
          <a:pPr algn="just"/>
          <a:r>
            <a:rPr lang="es-ES" sz="2400" dirty="0">
              <a:latin typeface="Cambria" panose="02040503050406030204" pitchFamily="18" charset="0"/>
              <a:ea typeface="Cambria" panose="02040503050406030204" pitchFamily="18" charset="0"/>
            </a:rPr>
            <a:t>El uso de libros de Excel para el inventario y presupuestos genera lentitud y errores de cálculo frecuentes. Además, la falta de actualización de costos en tiempo real frente a las variaciones del mercado provoca desviaciones financieras y retrasa la toma de decisiones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3803603-3DA7-4FD4-A508-F66C708F8B28}" type="parTrans" cxnId="{1D369CAB-1E95-441F-B5F8-4CEF76179BC0}">
      <dgm:prSet/>
      <dgm:spPr/>
      <dgm:t>
        <a:bodyPr/>
        <a:lstStyle/>
        <a:p>
          <a:endParaRPr lang="es-EC" sz="2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0E7C501-4BE9-4F05-95D5-6354E8D49884}" type="sibTrans" cxnId="{1D369CAB-1E95-441F-B5F8-4CEF76179BC0}">
      <dgm:prSet/>
      <dgm:spPr/>
      <dgm:t>
        <a:bodyPr/>
        <a:lstStyle/>
        <a:p>
          <a:endParaRPr lang="es-EC" sz="2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61847CA-66EA-40F7-ADA3-71D9174BDC79}" type="pres">
      <dgm:prSet presAssocID="{2EF8F6D1-EF8E-4688-BDF4-9D5034A602A3}" presName="linear" presStyleCnt="0">
        <dgm:presLayoutVars>
          <dgm:dir/>
          <dgm:animLvl val="lvl"/>
          <dgm:resizeHandles val="exact"/>
        </dgm:presLayoutVars>
      </dgm:prSet>
      <dgm:spPr/>
    </dgm:pt>
    <dgm:pt modelId="{E91B2AF2-DD6E-4A48-9367-D1C0AA01B05C}" type="pres">
      <dgm:prSet presAssocID="{9481AD9A-A4AD-4CEC-BAC9-4B993F828375}" presName="parentLin" presStyleCnt="0"/>
      <dgm:spPr/>
    </dgm:pt>
    <dgm:pt modelId="{8B0004D0-429D-409A-AE8F-BB8EB3054B88}" type="pres">
      <dgm:prSet presAssocID="{9481AD9A-A4AD-4CEC-BAC9-4B993F828375}" presName="parentLeftMargin" presStyleLbl="node1" presStyleIdx="0" presStyleCnt="2"/>
      <dgm:spPr/>
    </dgm:pt>
    <dgm:pt modelId="{E81AAA9F-C84A-4B72-8FD9-4834C3C418C2}" type="pres">
      <dgm:prSet presAssocID="{9481AD9A-A4AD-4CEC-BAC9-4B993F82837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0908121-229D-4940-9195-E9A2299FB740}" type="pres">
      <dgm:prSet presAssocID="{9481AD9A-A4AD-4CEC-BAC9-4B993F828375}" presName="negativeSpace" presStyleCnt="0"/>
      <dgm:spPr/>
    </dgm:pt>
    <dgm:pt modelId="{6B7EDB62-BFD0-4249-817D-CF09D85D1CE1}" type="pres">
      <dgm:prSet presAssocID="{9481AD9A-A4AD-4CEC-BAC9-4B993F828375}" presName="childText" presStyleLbl="conFgAcc1" presStyleIdx="0" presStyleCnt="2">
        <dgm:presLayoutVars>
          <dgm:bulletEnabled val="1"/>
        </dgm:presLayoutVars>
      </dgm:prSet>
      <dgm:spPr/>
    </dgm:pt>
    <dgm:pt modelId="{5714B021-B8C6-497E-9EC1-74198476445F}" type="pres">
      <dgm:prSet presAssocID="{ED5AE537-CDE5-4C90-85DF-2C5E57FD8544}" presName="spaceBetweenRectangles" presStyleCnt="0"/>
      <dgm:spPr/>
    </dgm:pt>
    <dgm:pt modelId="{10E3EE71-5886-4A1C-873A-F4BF1A986F05}" type="pres">
      <dgm:prSet presAssocID="{1F55381E-B959-4627-B2B2-71ED0426D584}" presName="parentLin" presStyleCnt="0"/>
      <dgm:spPr/>
    </dgm:pt>
    <dgm:pt modelId="{8C32ADB9-38A2-4CDE-A04C-134464C6268A}" type="pres">
      <dgm:prSet presAssocID="{1F55381E-B959-4627-B2B2-71ED0426D584}" presName="parentLeftMargin" presStyleLbl="node1" presStyleIdx="0" presStyleCnt="2"/>
      <dgm:spPr/>
    </dgm:pt>
    <dgm:pt modelId="{DC83610D-9E9C-431E-9DDF-4789D2660CE0}" type="pres">
      <dgm:prSet presAssocID="{1F55381E-B959-4627-B2B2-71ED0426D58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9345C70-763F-4B88-B013-680EBC2C113B}" type="pres">
      <dgm:prSet presAssocID="{1F55381E-B959-4627-B2B2-71ED0426D584}" presName="negativeSpace" presStyleCnt="0"/>
      <dgm:spPr/>
    </dgm:pt>
    <dgm:pt modelId="{130DE1B5-7BD4-42D0-A9F0-337B8A2F4058}" type="pres">
      <dgm:prSet presAssocID="{1F55381E-B959-4627-B2B2-71ED0426D58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0BCE006-DFF2-4DBF-BC55-2914BD588D8B}" type="presOf" srcId="{75BF3061-431F-4CDF-89DC-E88E3972B163}" destId="{6B7EDB62-BFD0-4249-817D-CF09D85D1CE1}" srcOrd="0" destOrd="0" presId="urn:microsoft.com/office/officeart/2005/8/layout/list1"/>
    <dgm:cxn modelId="{99428A19-191D-4A1A-9E53-3D001B04BF5A}" type="presOf" srcId="{9481AD9A-A4AD-4CEC-BAC9-4B993F828375}" destId="{8B0004D0-429D-409A-AE8F-BB8EB3054B88}" srcOrd="0" destOrd="0" presId="urn:microsoft.com/office/officeart/2005/8/layout/list1"/>
    <dgm:cxn modelId="{87191C28-E043-429C-BB12-75E57FBA0C26}" srcId="{2EF8F6D1-EF8E-4688-BDF4-9D5034A602A3}" destId="{1F55381E-B959-4627-B2B2-71ED0426D584}" srcOrd="1" destOrd="0" parTransId="{CA44B8CA-13F6-4FA1-B7AA-7FB57D605C8C}" sibTransId="{B649A451-6D71-40F7-B2EE-C6FD6C9FBA99}"/>
    <dgm:cxn modelId="{71273044-ADCB-4F49-9DD0-43CBB0E8F31C}" type="presOf" srcId="{1F55381E-B959-4627-B2B2-71ED0426D584}" destId="{8C32ADB9-38A2-4CDE-A04C-134464C6268A}" srcOrd="0" destOrd="0" presId="urn:microsoft.com/office/officeart/2005/8/layout/list1"/>
    <dgm:cxn modelId="{9C2A256B-023B-452F-92CE-73D11B7F102D}" type="presOf" srcId="{2EF8F6D1-EF8E-4688-BDF4-9D5034A602A3}" destId="{D61847CA-66EA-40F7-ADA3-71D9174BDC79}" srcOrd="0" destOrd="0" presId="urn:microsoft.com/office/officeart/2005/8/layout/list1"/>
    <dgm:cxn modelId="{59B2A373-480A-4CAA-8919-001F883E2F26}" type="presOf" srcId="{1F55381E-B959-4627-B2B2-71ED0426D584}" destId="{DC83610D-9E9C-431E-9DDF-4789D2660CE0}" srcOrd="1" destOrd="0" presId="urn:microsoft.com/office/officeart/2005/8/layout/list1"/>
    <dgm:cxn modelId="{3795FC7A-7D8B-4862-A4CD-D859DD3F9D65}" srcId="{2EF8F6D1-EF8E-4688-BDF4-9D5034A602A3}" destId="{9481AD9A-A4AD-4CEC-BAC9-4B993F828375}" srcOrd="0" destOrd="0" parTransId="{CC0CBE47-3525-4B56-8FCC-50208B84B5E4}" sibTransId="{ED5AE537-CDE5-4C90-85DF-2C5E57FD8544}"/>
    <dgm:cxn modelId="{2FA96783-7012-47A4-AAFD-718DED64DD68}" type="presOf" srcId="{25F1FBEC-E113-4A2F-A404-A56D5E6FBA1B}" destId="{130DE1B5-7BD4-42D0-A9F0-337B8A2F4058}" srcOrd="0" destOrd="0" presId="urn:microsoft.com/office/officeart/2005/8/layout/list1"/>
    <dgm:cxn modelId="{1D369CAB-1E95-441F-B5F8-4CEF76179BC0}" srcId="{1F55381E-B959-4627-B2B2-71ED0426D584}" destId="{25F1FBEC-E113-4A2F-A404-A56D5E6FBA1B}" srcOrd="0" destOrd="0" parTransId="{43803603-3DA7-4FD4-A508-F66C708F8B28}" sibTransId="{40E7C501-4BE9-4F05-95D5-6354E8D49884}"/>
    <dgm:cxn modelId="{4003CBC4-BDB2-4B54-BC2A-9B3AFFA02BE9}" type="presOf" srcId="{9481AD9A-A4AD-4CEC-BAC9-4B993F828375}" destId="{E81AAA9F-C84A-4B72-8FD9-4834C3C418C2}" srcOrd="1" destOrd="0" presId="urn:microsoft.com/office/officeart/2005/8/layout/list1"/>
    <dgm:cxn modelId="{587211CC-0968-463D-9E78-FEC78519C683}" srcId="{9481AD9A-A4AD-4CEC-BAC9-4B993F828375}" destId="{75BF3061-431F-4CDF-89DC-E88E3972B163}" srcOrd="0" destOrd="0" parTransId="{95923035-F267-4B95-8474-F8650D919AC1}" sibTransId="{9CA6E5E6-3EE7-446E-8CE4-4AB9F2394C83}"/>
    <dgm:cxn modelId="{5313B911-3DD7-4E4A-8648-297F7190FE07}" type="presParOf" srcId="{D61847CA-66EA-40F7-ADA3-71D9174BDC79}" destId="{E91B2AF2-DD6E-4A48-9367-D1C0AA01B05C}" srcOrd="0" destOrd="0" presId="urn:microsoft.com/office/officeart/2005/8/layout/list1"/>
    <dgm:cxn modelId="{4B8259FD-7521-42EF-890E-D912E64FE2A7}" type="presParOf" srcId="{E91B2AF2-DD6E-4A48-9367-D1C0AA01B05C}" destId="{8B0004D0-429D-409A-AE8F-BB8EB3054B88}" srcOrd="0" destOrd="0" presId="urn:microsoft.com/office/officeart/2005/8/layout/list1"/>
    <dgm:cxn modelId="{C024C42E-015E-4C8F-BEC8-EF7BFCF98316}" type="presParOf" srcId="{E91B2AF2-DD6E-4A48-9367-D1C0AA01B05C}" destId="{E81AAA9F-C84A-4B72-8FD9-4834C3C418C2}" srcOrd="1" destOrd="0" presId="urn:microsoft.com/office/officeart/2005/8/layout/list1"/>
    <dgm:cxn modelId="{8845C539-56CB-4310-9E15-A50B3FD1B92B}" type="presParOf" srcId="{D61847CA-66EA-40F7-ADA3-71D9174BDC79}" destId="{10908121-229D-4940-9195-E9A2299FB740}" srcOrd="1" destOrd="0" presId="urn:microsoft.com/office/officeart/2005/8/layout/list1"/>
    <dgm:cxn modelId="{EEF8BCF6-DCC1-4383-855A-173F4088B7E3}" type="presParOf" srcId="{D61847CA-66EA-40F7-ADA3-71D9174BDC79}" destId="{6B7EDB62-BFD0-4249-817D-CF09D85D1CE1}" srcOrd="2" destOrd="0" presId="urn:microsoft.com/office/officeart/2005/8/layout/list1"/>
    <dgm:cxn modelId="{7D87920C-EF70-4C2F-892E-44AD55F1F445}" type="presParOf" srcId="{D61847CA-66EA-40F7-ADA3-71D9174BDC79}" destId="{5714B021-B8C6-497E-9EC1-74198476445F}" srcOrd="3" destOrd="0" presId="urn:microsoft.com/office/officeart/2005/8/layout/list1"/>
    <dgm:cxn modelId="{3E3E39CC-FF53-44A2-AB8C-6FF4A261EEC4}" type="presParOf" srcId="{D61847CA-66EA-40F7-ADA3-71D9174BDC79}" destId="{10E3EE71-5886-4A1C-873A-F4BF1A986F05}" srcOrd="4" destOrd="0" presId="urn:microsoft.com/office/officeart/2005/8/layout/list1"/>
    <dgm:cxn modelId="{48E49712-1024-4994-9FCC-1246F43E5243}" type="presParOf" srcId="{10E3EE71-5886-4A1C-873A-F4BF1A986F05}" destId="{8C32ADB9-38A2-4CDE-A04C-134464C6268A}" srcOrd="0" destOrd="0" presId="urn:microsoft.com/office/officeart/2005/8/layout/list1"/>
    <dgm:cxn modelId="{35AA6953-D410-41C6-85DA-C02D97F0801A}" type="presParOf" srcId="{10E3EE71-5886-4A1C-873A-F4BF1A986F05}" destId="{DC83610D-9E9C-431E-9DDF-4789D2660CE0}" srcOrd="1" destOrd="0" presId="urn:microsoft.com/office/officeart/2005/8/layout/list1"/>
    <dgm:cxn modelId="{C7F68CE5-27FD-4F69-8C3E-10DA1D82744D}" type="presParOf" srcId="{D61847CA-66EA-40F7-ADA3-71D9174BDC79}" destId="{49345C70-763F-4B88-B013-680EBC2C113B}" srcOrd="5" destOrd="0" presId="urn:microsoft.com/office/officeart/2005/8/layout/list1"/>
    <dgm:cxn modelId="{D8DFB080-9777-48B5-95D6-C0373B53ABA1}" type="presParOf" srcId="{D61847CA-66EA-40F7-ADA3-71D9174BDC79}" destId="{130DE1B5-7BD4-42D0-A9F0-337B8A2F405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81541F-6518-42C0-934E-6664F37E502A}" type="doc">
      <dgm:prSet loTypeId="urn:microsoft.com/office/officeart/2005/8/layout/h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EC"/>
        </a:p>
      </dgm:t>
    </dgm:pt>
    <dgm:pt modelId="{930DF33C-EEAF-4019-986F-F0552D91FAAB}">
      <dgm:prSet custT="1"/>
      <dgm:spPr/>
      <dgm:t>
        <a:bodyPr/>
        <a:lstStyle/>
        <a:p>
          <a:r>
            <a:rPr lang="es-EC" sz="2400" b="1" dirty="0">
              <a:latin typeface="Cambria" panose="02040503050406030204" pitchFamily="18" charset="0"/>
              <a:ea typeface="Cambria" panose="02040503050406030204" pitchFamily="18" charset="0"/>
            </a:rPr>
            <a:t>Técnica</a:t>
          </a:r>
        </a:p>
      </dgm:t>
    </dgm:pt>
    <dgm:pt modelId="{587441A9-3ABF-4004-B3C5-26991B4B0E5D}" type="parTrans" cxnId="{D114BD2E-3A2C-4F9C-A2B6-872F57E45954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5952008-012A-4428-8922-D56FDF73695F}" type="sibTrans" cxnId="{D114BD2E-3A2C-4F9C-A2B6-872F57E45954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393E2ADC-8144-4143-83B7-078D542518B1}">
      <dgm:prSet custT="1"/>
      <dgm:spPr/>
      <dgm:t>
        <a:bodyPr/>
        <a:lstStyle/>
        <a:p>
          <a:pPr algn="just"/>
          <a:r>
            <a:rPr lang="es-ES" sz="2400" dirty="0">
              <a:latin typeface="Cambria" panose="02040503050406030204" pitchFamily="18" charset="0"/>
              <a:ea typeface="Cambria" panose="02040503050406030204" pitchFamily="18" charset="0"/>
            </a:rPr>
            <a:t>El sistema centralizará la información en una base de datos estructurada, garantizando la integridad y disponibilidad de los datos en tiempo real. Esto optimiza los tiempos de respuesta y permite la escalabilidad futura para añadir nuevas funciones.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2D4F9150-3DD9-40CE-8E58-931994A4F47F}" type="parTrans" cxnId="{F494AF5A-2926-47B3-ACF0-60CB58BFE2AF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87478B91-7492-4DBE-8562-C96853947528}" type="sibTrans" cxnId="{F494AF5A-2926-47B3-ACF0-60CB58BFE2AF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869AACCF-9867-4F7E-9BE3-F685DECE65BF}">
      <dgm:prSet custT="1"/>
      <dgm:spPr/>
      <dgm:t>
        <a:bodyPr/>
        <a:lstStyle/>
        <a:p>
          <a:r>
            <a:rPr lang="es-ES" sz="2400" b="1" dirty="0">
              <a:latin typeface="Cambria" panose="02040503050406030204" pitchFamily="18" charset="0"/>
              <a:ea typeface="Cambria" panose="02040503050406030204" pitchFamily="18" charset="0"/>
            </a:rPr>
            <a:t>Académica</a:t>
          </a:r>
          <a:endParaRPr lang="es-EC" sz="2400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A0C4536-DD94-4E36-A1ED-2633926D1223}" type="parTrans" cxnId="{596D9D7C-C48A-4119-8D7E-92E9192AC0F7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C996F5E-4762-45F6-8BBB-93ED864A6422}" type="sibTrans" cxnId="{596D9D7C-C48A-4119-8D7E-92E9192AC0F7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34E326FC-12E4-4432-857D-FA651FBC2E0A}">
      <dgm:prSet custT="1"/>
      <dgm:spPr/>
      <dgm:t>
        <a:bodyPr/>
        <a:lstStyle/>
        <a:p>
          <a:pPr algn="just"/>
          <a:r>
            <a:rPr lang="es-ES" sz="2400" dirty="0">
              <a:latin typeface="Cambria" panose="02040503050406030204" pitchFamily="18" charset="0"/>
              <a:ea typeface="Cambria" panose="02040503050406030204" pitchFamily="18" charset="0"/>
            </a:rPr>
            <a:t>Permite aplicar conocimientos prácticos en programación web, bases de datos e ingeniería de software para resolver un problema empresarial real. Fomenta habilidades de investigación y sirve como referente para proyectos de automatización futuros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973537E-3FA6-409B-8A15-1FE95E9E131D}" type="parTrans" cxnId="{3B114FCC-DE9D-4695-B9CE-3A7093EB3CBD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A8B2DDD6-FC4E-4A9C-A843-BF9529E3891B}" type="sibTrans" cxnId="{3B114FCC-DE9D-4695-B9CE-3A7093EB3CBD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8B9A152-AC5F-412E-88AC-06C2E510E610}" type="pres">
      <dgm:prSet presAssocID="{0581541F-6518-42C0-934E-6664F37E502A}" presName="Name0" presStyleCnt="0">
        <dgm:presLayoutVars>
          <dgm:dir/>
          <dgm:animLvl val="lvl"/>
          <dgm:resizeHandles val="exact"/>
        </dgm:presLayoutVars>
      </dgm:prSet>
      <dgm:spPr/>
    </dgm:pt>
    <dgm:pt modelId="{0496E5A2-8EE6-47CE-A38E-33D328EA7C7A}" type="pres">
      <dgm:prSet presAssocID="{930DF33C-EEAF-4019-986F-F0552D91FAAB}" presName="composite" presStyleCnt="0"/>
      <dgm:spPr/>
    </dgm:pt>
    <dgm:pt modelId="{3BCE9C57-5F0F-493E-A9A5-3B1943E5AB69}" type="pres">
      <dgm:prSet presAssocID="{930DF33C-EEAF-4019-986F-F0552D91FAA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BA8A92F-6235-4B0D-8FE8-8AEABE3949F0}" type="pres">
      <dgm:prSet presAssocID="{930DF33C-EEAF-4019-986F-F0552D91FAAB}" presName="desTx" presStyleLbl="alignAccFollowNode1" presStyleIdx="0" presStyleCnt="2">
        <dgm:presLayoutVars>
          <dgm:bulletEnabled val="1"/>
        </dgm:presLayoutVars>
      </dgm:prSet>
      <dgm:spPr/>
    </dgm:pt>
    <dgm:pt modelId="{ED737374-F87B-40F6-BB32-E9FED3A843D3}" type="pres">
      <dgm:prSet presAssocID="{55952008-012A-4428-8922-D56FDF73695F}" presName="space" presStyleCnt="0"/>
      <dgm:spPr/>
    </dgm:pt>
    <dgm:pt modelId="{6D36D33F-36DD-473E-ABBE-F2A4D39BE98D}" type="pres">
      <dgm:prSet presAssocID="{869AACCF-9867-4F7E-9BE3-F685DECE65BF}" presName="composite" presStyleCnt="0"/>
      <dgm:spPr/>
    </dgm:pt>
    <dgm:pt modelId="{A7CAB442-A08E-4996-B1A6-D5F892BD1478}" type="pres">
      <dgm:prSet presAssocID="{869AACCF-9867-4F7E-9BE3-F685DECE65B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18362B7-D4BB-4F8C-9592-EF92EF43464C}" type="pres">
      <dgm:prSet presAssocID="{869AACCF-9867-4F7E-9BE3-F685DECE65B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00DCF18-EBAB-460F-94FA-3D7CF9FD7573}" type="presOf" srcId="{930DF33C-EEAF-4019-986F-F0552D91FAAB}" destId="{3BCE9C57-5F0F-493E-A9A5-3B1943E5AB69}" srcOrd="0" destOrd="0" presId="urn:microsoft.com/office/officeart/2005/8/layout/hList1"/>
    <dgm:cxn modelId="{D114BD2E-3A2C-4F9C-A2B6-872F57E45954}" srcId="{0581541F-6518-42C0-934E-6664F37E502A}" destId="{930DF33C-EEAF-4019-986F-F0552D91FAAB}" srcOrd="0" destOrd="0" parTransId="{587441A9-3ABF-4004-B3C5-26991B4B0E5D}" sibTransId="{55952008-012A-4428-8922-D56FDF73695F}"/>
    <dgm:cxn modelId="{11DC5561-D607-4499-813A-90A9DEF2F1C7}" type="presOf" srcId="{0581541F-6518-42C0-934E-6664F37E502A}" destId="{58B9A152-AC5F-412E-88AC-06C2E510E610}" srcOrd="0" destOrd="0" presId="urn:microsoft.com/office/officeart/2005/8/layout/hList1"/>
    <dgm:cxn modelId="{BB0A924B-52BA-47FE-9E59-5A7FE4A275D6}" type="presOf" srcId="{869AACCF-9867-4F7E-9BE3-F685DECE65BF}" destId="{A7CAB442-A08E-4996-B1A6-D5F892BD1478}" srcOrd="0" destOrd="0" presId="urn:microsoft.com/office/officeart/2005/8/layout/hList1"/>
    <dgm:cxn modelId="{F494AF5A-2926-47B3-ACF0-60CB58BFE2AF}" srcId="{930DF33C-EEAF-4019-986F-F0552D91FAAB}" destId="{393E2ADC-8144-4143-83B7-078D542518B1}" srcOrd="0" destOrd="0" parTransId="{2D4F9150-3DD9-40CE-8E58-931994A4F47F}" sibTransId="{87478B91-7492-4DBE-8562-C96853947528}"/>
    <dgm:cxn modelId="{596D9D7C-C48A-4119-8D7E-92E9192AC0F7}" srcId="{0581541F-6518-42C0-934E-6664F37E502A}" destId="{869AACCF-9867-4F7E-9BE3-F685DECE65BF}" srcOrd="1" destOrd="0" parTransId="{4A0C4536-DD94-4E36-A1ED-2633926D1223}" sibTransId="{EC996F5E-4762-45F6-8BBB-93ED864A6422}"/>
    <dgm:cxn modelId="{6ED9B18F-F7A9-4D1A-873E-4264632CBD30}" type="presOf" srcId="{34E326FC-12E4-4432-857D-FA651FBC2E0A}" destId="{518362B7-D4BB-4F8C-9592-EF92EF43464C}" srcOrd="0" destOrd="0" presId="urn:microsoft.com/office/officeart/2005/8/layout/hList1"/>
    <dgm:cxn modelId="{0BB3E5AD-DA47-4EA7-B187-6F273605A339}" type="presOf" srcId="{393E2ADC-8144-4143-83B7-078D542518B1}" destId="{2BA8A92F-6235-4B0D-8FE8-8AEABE3949F0}" srcOrd="0" destOrd="0" presId="urn:microsoft.com/office/officeart/2005/8/layout/hList1"/>
    <dgm:cxn modelId="{3B114FCC-DE9D-4695-B9CE-3A7093EB3CBD}" srcId="{869AACCF-9867-4F7E-9BE3-F685DECE65BF}" destId="{34E326FC-12E4-4432-857D-FA651FBC2E0A}" srcOrd="0" destOrd="0" parTransId="{E973537E-3FA6-409B-8A15-1FE95E9E131D}" sibTransId="{A8B2DDD6-FC4E-4A9C-A843-BF9529E3891B}"/>
    <dgm:cxn modelId="{99BF6FBD-2AA7-42C0-BE9F-8BDC50636B1E}" type="presParOf" srcId="{58B9A152-AC5F-412E-88AC-06C2E510E610}" destId="{0496E5A2-8EE6-47CE-A38E-33D328EA7C7A}" srcOrd="0" destOrd="0" presId="urn:microsoft.com/office/officeart/2005/8/layout/hList1"/>
    <dgm:cxn modelId="{941AA2E0-30B2-42AC-8462-03E7D92333FF}" type="presParOf" srcId="{0496E5A2-8EE6-47CE-A38E-33D328EA7C7A}" destId="{3BCE9C57-5F0F-493E-A9A5-3B1943E5AB69}" srcOrd="0" destOrd="0" presId="urn:microsoft.com/office/officeart/2005/8/layout/hList1"/>
    <dgm:cxn modelId="{65CEA4F7-86D0-45E4-BA61-651263AE7F95}" type="presParOf" srcId="{0496E5A2-8EE6-47CE-A38E-33D328EA7C7A}" destId="{2BA8A92F-6235-4B0D-8FE8-8AEABE3949F0}" srcOrd="1" destOrd="0" presId="urn:microsoft.com/office/officeart/2005/8/layout/hList1"/>
    <dgm:cxn modelId="{9D6D82B9-5603-4745-80E7-B065751BA223}" type="presParOf" srcId="{58B9A152-AC5F-412E-88AC-06C2E510E610}" destId="{ED737374-F87B-40F6-BB32-E9FED3A843D3}" srcOrd="1" destOrd="0" presId="urn:microsoft.com/office/officeart/2005/8/layout/hList1"/>
    <dgm:cxn modelId="{A44E1F53-BCA5-411A-9E70-B778730A87EE}" type="presParOf" srcId="{58B9A152-AC5F-412E-88AC-06C2E510E610}" destId="{6D36D33F-36DD-473E-ABBE-F2A4D39BE98D}" srcOrd="2" destOrd="0" presId="urn:microsoft.com/office/officeart/2005/8/layout/hList1"/>
    <dgm:cxn modelId="{538E2086-61AB-40D0-B37A-BF35370B6B5F}" type="presParOf" srcId="{6D36D33F-36DD-473E-ABBE-F2A4D39BE98D}" destId="{A7CAB442-A08E-4996-B1A6-D5F892BD1478}" srcOrd="0" destOrd="0" presId="urn:microsoft.com/office/officeart/2005/8/layout/hList1"/>
    <dgm:cxn modelId="{181CAAC7-B32F-461F-B1F0-5F5A1AEEDA61}" type="presParOf" srcId="{6D36D33F-36DD-473E-ABBE-F2A4D39BE98D}" destId="{518362B7-D4BB-4F8C-9592-EF92EF43464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06DF3F-D3AC-4738-BD20-DF28F1BBD0E1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C"/>
        </a:p>
      </dgm:t>
    </dgm:pt>
    <dgm:pt modelId="{3ED574EB-7C55-4438-82A9-45E677809679}">
      <dgm:prSet custT="1"/>
      <dgm:spPr/>
      <dgm:t>
        <a:bodyPr/>
        <a:lstStyle/>
        <a:p>
          <a:r>
            <a:rPr lang="es-EC" sz="2400" b="1">
              <a:latin typeface="Cambria" panose="02040503050406030204" pitchFamily="18" charset="0"/>
              <a:ea typeface="Cambria" panose="02040503050406030204" pitchFamily="18" charset="0"/>
            </a:rPr>
            <a:t>INCLUYE</a:t>
          </a:r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83687021-1847-4767-B599-64BE0FDD98DF}" type="parTrans" cxnId="{4AF1757D-036D-4F22-8828-349D6AC377DC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21BD9DA1-E8B8-4F90-BC12-1EFA68B3FBD6}" type="sibTrans" cxnId="{4AF1757D-036D-4F22-8828-349D6AC377DC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D0F7388-F102-49E2-9FF6-30207AE6B461}">
      <dgm:prSet custT="1"/>
      <dgm:spPr/>
      <dgm:t>
        <a:bodyPr/>
        <a:lstStyle/>
        <a:p>
          <a:pPr algn="ctr"/>
          <a:r>
            <a:rPr lang="es-EC" sz="2400" dirty="0">
              <a:latin typeface="Cambria" panose="02040503050406030204" pitchFamily="18" charset="0"/>
              <a:ea typeface="Cambria" panose="02040503050406030204" pitchFamily="18" charset="0"/>
            </a:rPr>
            <a:t>Desarrollo de módulos de inventario de equipos de construcción, materiales, mano de obra, cálculos y generación de presupuestos. </a:t>
          </a:r>
        </a:p>
      </dgm:t>
    </dgm:pt>
    <dgm:pt modelId="{48AE6654-A61D-4DDE-A94D-353622B6CC86}" type="parTrans" cxnId="{D8DA38D5-33F7-42CF-BA86-1B58086C78AC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F0417152-5079-4820-B244-5EE539F64349}" type="sibTrans" cxnId="{D8DA38D5-33F7-42CF-BA86-1B58086C78AC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A9839AFD-6231-4798-B925-65DFC10C11D8}">
      <dgm:prSet custT="1"/>
      <dgm:spPr/>
      <dgm:t>
        <a:bodyPr/>
        <a:lstStyle/>
        <a:p>
          <a:r>
            <a:rPr lang="es-ES" sz="2400" b="1" dirty="0">
              <a:latin typeface="Cambria" panose="02040503050406030204" pitchFamily="18" charset="0"/>
              <a:ea typeface="Cambria" panose="02040503050406030204" pitchFamily="18" charset="0"/>
            </a:rPr>
            <a:t>NO INCLUYE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39BCEA63-E4B1-4FEB-9336-DF7F770F5DEA}" type="parTrans" cxnId="{89197679-FA40-4269-A0AE-A0EB7F49475F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9D592473-CA00-4229-AD2E-6D3D7FF37D44}" type="sibTrans" cxnId="{89197679-FA40-4269-A0AE-A0EB7F49475F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9015E40A-D07E-4F46-B056-391E70D33872}">
      <dgm:prSet custT="1"/>
      <dgm:spPr/>
      <dgm:t>
        <a:bodyPr/>
        <a:lstStyle/>
        <a:p>
          <a:r>
            <a:rPr lang="es-ES" sz="2400" dirty="0">
              <a:latin typeface="Cambria" panose="02040503050406030204" pitchFamily="18" charset="0"/>
              <a:ea typeface="Cambria" panose="02040503050406030204" pitchFamily="18" charset="0"/>
            </a:rPr>
            <a:t>Sistema contable integral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8DB2208F-59E2-49D9-84BA-5E9F7C7B9281}" type="parTrans" cxnId="{517915C8-0015-4F66-810D-4C5EB64A1E40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A37CD67-0141-4CFD-BD79-946BFC4EF289}" type="sibTrans" cxnId="{517915C8-0015-4F66-810D-4C5EB64A1E40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DC25F8C-4FFB-4F67-8A8E-03CF92AC90FE}">
      <dgm:prSet custT="1"/>
      <dgm:spPr/>
      <dgm:t>
        <a:bodyPr/>
        <a:lstStyle/>
        <a:p>
          <a:pPr algn="ctr"/>
          <a:r>
            <a:rPr lang="es-EC" sz="2400" dirty="0">
              <a:latin typeface="Cambria" panose="02040503050406030204" pitchFamily="18" charset="0"/>
              <a:ea typeface="Cambria" panose="02040503050406030204" pitchFamily="18" charset="0"/>
            </a:rPr>
            <a:t>Los usuarios a utilizar el sistema serán </a:t>
          </a:r>
          <a:r>
            <a:rPr lang="es-ES" sz="2400" dirty="0">
              <a:latin typeface="Cambria" panose="02040503050406030204" pitchFamily="18" charset="0"/>
              <a:ea typeface="Cambria" panose="02040503050406030204" pitchFamily="18" charset="0"/>
            </a:rPr>
            <a:t>el </a:t>
          </a:r>
          <a:r>
            <a:rPr lang="es-ES" sz="2400" b="1" dirty="0">
              <a:latin typeface="Cambria" panose="02040503050406030204" pitchFamily="18" charset="0"/>
              <a:ea typeface="Cambria" panose="02040503050406030204" pitchFamily="18" charset="0"/>
            </a:rPr>
            <a:t>Jefe de Proyecto</a:t>
          </a:r>
          <a:r>
            <a:rPr lang="es-ES" sz="2400" dirty="0">
              <a:latin typeface="Cambria" panose="02040503050406030204" pitchFamily="18" charset="0"/>
              <a:ea typeface="Cambria" panose="02040503050406030204" pitchFamily="18" charset="0"/>
            </a:rPr>
            <a:t> y el personal administrativo autorizado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86EEC00D-A9C3-4598-8912-6C4C959FBF60}" type="parTrans" cxnId="{00D3772E-05FF-49F3-89D3-C9DAD6DE07AE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AA9ACDF0-E711-4D05-88A4-9588657E9D39}" type="sibTrans" cxnId="{00D3772E-05FF-49F3-89D3-C9DAD6DE07AE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0C9C49FD-8022-4767-97BA-D32C66604883}">
      <dgm:prSet custT="1"/>
      <dgm:spPr/>
      <dgm:t>
        <a:bodyPr/>
        <a:lstStyle/>
        <a:p>
          <a:r>
            <a:rPr lang="es-ES" sz="2400" dirty="0">
              <a:latin typeface="Cambria" panose="02040503050406030204" pitchFamily="18" charset="0"/>
              <a:ea typeface="Cambria" panose="02040503050406030204" pitchFamily="18" charset="0"/>
            </a:rPr>
            <a:t>Migración de datos antiguos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48166A8-11B4-4680-A01B-F6653CC0BB15}" type="parTrans" cxnId="{ED24B68A-D840-418A-B050-BDF617EA07FC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28F2A5A-7158-45E2-975A-F55CF233928B}" type="sibTrans" cxnId="{ED24B68A-D840-418A-B050-BDF617EA07FC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300ED8A-5DEE-4565-96D3-D744298E9518}">
      <dgm:prSet custT="1"/>
      <dgm:spPr/>
      <dgm:t>
        <a:bodyPr/>
        <a:lstStyle/>
        <a:p>
          <a:r>
            <a:rPr lang="es-ES" sz="2400" dirty="0">
              <a:latin typeface="Cambria" panose="02040503050406030204" pitchFamily="18" charset="0"/>
              <a:ea typeface="Cambria" panose="02040503050406030204" pitchFamily="18" charset="0"/>
            </a:rPr>
            <a:t>Capacitación masiva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3F584EFB-765F-4D7A-B571-EAC16C2D2536}" type="parTrans" cxnId="{9BFD0AD8-E217-46D2-A19E-058DEA271DB1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E784BD4-789A-4E2A-B90C-D24B29BC0F66}" type="sibTrans" cxnId="{9BFD0AD8-E217-46D2-A19E-058DEA271DB1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962779E3-4A9B-43F1-B8BB-5822DED56072}" type="pres">
      <dgm:prSet presAssocID="{7F06DF3F-D3AC-4738-BD20-DF28F1BBD0E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FB0FC6-ACAF-41AC-AC97-CAC084325B5D}" type="pres">
      <dgm:prSet presAssocID="{3ED574EB-7C55-4438-82A9-45E677809679}" presName="root" presStyleCnt="0"/>
      <dgm:spPr/>
    </dgm:pt>
    <dgm:pt modelId="{04A1D28F-0E84-4646-880D-7446A768513B}" type="pres">
      <dgm:prSet presAssocID="{3ED574EB-7C55-4438-82A9-45E677809679}" presName="rootComposite" presStyleCnt="0"/>
      <dgm:spPr/>
    </dgm:pt>
    <dgm:pt modelId="{E9131EBD-C9E9-480C-A01A-DF85880D8169}" type="pres">
      <dgm:prSet presAssocID="{3ED574EB-7C55-4438-82A9-45E677809679}" presName="rootText" presStyleLbl="node1" presStyleIdx="0" presStyleCnt="2"/>
      <dgm:spPr/>
    </dgm:pt>
    <dgm:pt modelId="{9ADEF096-DA58-4E6D-BB82-4E12169533B4}" type="pres">
      <dgm:prSet presAssocID="{3ED574EB-7C55-4438-82A9-45E677809679}" presName="rootConnector" presStyleLbl="node1" presStyleIdx="0" presStyleCnt="2"/>
      <dgm:spPr/>
    </dgm:pt>
    <dgm:pt modelId="{34655F33-0536-4F71-8EC5-953928AB299D}" type="pres">
      <dgm:prSet presAssocID="{3ED574EB-7C55-4438-82A9-45E677809679}" presName="childShape" presStyleCnt="0"/>
      <dgm:spPr/>
    </dgm:pt>
    <dgm:pt modelId="{BFECC6E6-F05C-4A01-B9F7-BBA1E97B0983}" type="pres">
      <dgm:prSet presAssocID="{48AE6654-A61D-4DDE-A94D-353622B6CC86}" presName="Name13" presStyleLbl="parChTrans1D2" presStyleIdx="0" presStyleCnt="5"/>
      <dgm:spPr/>
    </dgm:pt>
    <dgm:pt modelId="{8D8675AE-135A-4F50-9B45-08951862CC26}" type="pres">
      <dgm:prSet presAssocID="{7D0F7388-F102-49E2-9FF6-30207AE6B461}" presName="childText" presStyleLbl="bgAcc1" presStyleIdx="0" presStyleCnt="5" custScaleX="404767" custScaleY="222278">
        <dgm:presLayoutVars>
          <dgm:bulletEnabled val="1"/>
        </dgm:presLayoutVars>
      </dgm:prSet>
      <dgm:spPr/>
    </dgm:pt>
    <dgm:pt modelId="{5BCF4BB3-A078-4EC5-83C8-8EDAAD5CB9C9}" type="pres">
      <dgm:prSet presAssocID="{86EEC00D-A9C3-4598-8912-6C4C959FBF60}" presName="Name13" presStyleLbl="parChTrans1D2" presStyleIdx="1" presStyleCnt="5"/>
      <dgm:spPr/>
    </dgm:pt>
    <dgm:pt modelId="{823E7B52-799B-41F2-8487-49E13ECCAF08}" type="pres">
      <dgm:prSet presAssocID="{7DC25F8C-4FFB-4F67-8A8E-03CF92AC90FE}" presName="childText" presStyleLbl="bgAcc1" presStyleIdx="1" presStyleCnt="5" custScaleX="393650" custScaleY="172462">
        <dgm:presLayoutVars>
          <dgm:bulletEnabled val="1"/>
        </dgm:presLayoutVars>
      </dgm:prSet>
      <dgm:spPr/>
    </dgm:pt>
    <dgm:pt modelId="{80241506-26AB-4181-89BE-02896E836560}" type="pres">
      <dgm:prSet presAssocID="{A9839AFD-6231-4798-B925-65DFC10C11D8}" presName="root" presStyleCnt="0"/>
      <dgm:spPr/>
    </dgm:pt>
    <dgm:pt modelId="{3E2821EA-4141-433E-975B-5D8DAD55B360}" type="pres">
      <dgm:prSet presAssocID="{A9839AFD-6231-4798-B925-65DFC10C11D8}" presName="rootComposite" presStyleCnt="0"/>
      <dgm:spPr/>
    </dgm:pt>
    <dgm:pt modelId="{84EB2199-6C38-4A9F-BC2D-6C0C3CBADAF0}" type="pres">
      <dgm:prSet presAssocID="{A9839AFD-6231-4798-B925-65DFC10C11D8}" presName="rootText" presStyleLbl="node1" presStyleIdx="1" presStyleCnt="2" custScaleX="144838"/>
      <dgm:spPr/>
    </dgm:pt>
    <dgm:pt modelId="{1166E1FF-EAA9-4784-9862-52E34D2075E3}" type="pres">
      <dgm:prSet presAssocID="{A9839AFD-6231-4798-B925-65DFC10C11D8}" presName="rootConnector" presStyleLbl="node1" presStyleIdx="1" presStyleCnt="2"/>
      <dgm:spPr/>
    </dgm:pt>
    <dgm:pt modelId="{ABD4367E-B9C1-4334-8C34-A3FA18DB97AC}" type="pres">
      <dgm:prSet presAssocID="{A9839AFD-6231-4798-B925-65DFC10C11D8}" presName="childShape" presStyleCnt="0"/>
      <dgm:spPr/>
    </dgm:pt>
    <dgm:pt modelId="{68DD6104-E21A-42F8-B444-33E632AD51F8}" type="pres">
      <dgm:prSet presAssocID="{8DB2208F-59E2-49D9-84BA-5E9F7C7B9281}" presName="Name13" presStyleLbl="parChTrans1D2" presStyleIdx="2" presStyleCnt="5"/>
      <dgm:spPr/>
    </dgm:pt>
    <dgm:pt modelId="{15CCEB9A-9280-479C-8923-FE1B322A6BB5}" type="pres">
      <dgm:prSet presAssocID="{9015E40A-D07E-4F46-B056-391E70D33872}" presName="childText" presStyleLbl="bgAcc1" presStyleIdx="2" presStyleCnt="5" custScaleX="211342">
        <dgm:presLayoutVars>
          <dgm:bulletEnabled val="1"/>
        </dgm:presLayoutVars>
      </dgm:prSet>
      <dgm:spPr/>
    </dgm:pt>
    <dgm:pt modelId="{DB248F0D-EF9A-46FB-AE8F-C4DCBC9FA196}" type="pres">
      <dgm:prSet presAssocID="{C48166A8-11B4-4680-A01B-F6653CC0BB15}" presName="Name13" presStyleLbl="parChTrans1D2" presStyleIdx="3" presStyleCnt="5"/>
      <dgm:spPr/>
    </dgm:pt>
    <dgm:pt modelId="{B97DC978-E663-4D42-8E2F-A04EEC87F7F1}" type="pres">
      <dgm:prSet presAssocID="{0C9C49FD-8022-4767-97BA-D32C66604883}" presName="childText" presStyleLbl="bgAcc1" presStyleIdx="3" presStyleCnt="5" custScaleX="292643">
        <dgm:presLayoutVars>
          <dgm:bulletEnabled val="1"/>
        </dgm:presLayoutVars>
      </dgm:prSet>
      <dgm:spPr/>
    </dgm:pt>
    <dgm:pt modelId="{1052EEA7-1766-4D97-87C7-1E84DD5D7B35}" type="pres">
      <dgm:prSet presAssocID="{3F584EFB-765F-4D7A-B571-EAC16C2D2536}" presName="Name13" presStyleLbl="parChTrans1D2" presStyleIdx="4" presStyleCnt="5"/>
      <dgm:spPr/>
    </dgm:pt>
    <dgm:pt modelId="{8160D959-CE4A-47D1-A122-0A532DF25131}" type="pres">
      <dgm:prSet presAssocID="{D300ED8A-5DEE-4565-96D3-D744298E9518}" presName="childText" presStyleLbl="bgAcc1" presStyleIdx="4" presStyleCnt="5" custScaleX="233514">
        <dgm:presLayoutVars>
          <dgm:bulletEnabled val="1"/>
        </dgm:presLayoutVars>
      </dgm:prSet>
      <dgm:spPr/>
    </dgm:pt>
  </dgm:ptLst>
  <dgm:cxnLst>
    <dgm:cxn modelId="{305A060D-0DE5-4EAC-B082-5765173357CF}" type="presOf" srcId="{0C9C49FD-8022-4767-97BA-D32C66604883}" destId="{B97DC978-E663-4D42-8E2F-A04EEC87F7F1}" srcOrd="0" destOrd="0" presId="urn:microsoft.com/office/officeart/2005/8/layout/hierarchy3"/>
    <dgm:cxn modelId="{0776FF19-E913-4ED3-AD92-A425DBF508A9}" type="presOf" srcId="{7DC25F8C-4FFB-4F67-8A8E-03CF92AC90FE}" destId="{823E7B52-799B-41F2-8487-49E13ECCAF08}" srcOrd="0" destOrd="0" presId="urn:microsoft.com/office/officeart/2005/8/layout/hierarchy3"/>
    <dgm:cxn modelId="{00D3772E-05FF-49F3-89D3-C9DAD6DE07AE}" srcId="{3ED574EB-7C55-4438-82A9-45E677809679}" destId="{7DC25F8C-4FFB-4F67-8A8E-03CF92AC90FE}" srcOrd="1" destOrd="0" parTransId="{86EEC00D-A9C3-4598-8912-6C4C959FBF60}" sibTransId="{AA9ACDF0-E711-4D05-88A4-9588657E9D39}"/>
    <dgm:cxn modelId="{C6564432-6E12-4C89-B784-4F5DC959300F}" type="presOf" srcId="{A9839AFD-6231-4798-B925-65DFC10C11D8}" destId="{84EB2199-6C38-4A9F-BC2D-6C0C3CBADAF0}" srcOrd="0" destOrd="0" presId="urn:microsoft.com/office/officeart/2005/8/layout/hierarchy3"/>
    <dgm:cxn modelId="{74B2263C-1BDE-4BBF-9EC1-B0ED0B82A280}" type="presOf" srcId="{3ED574EB-7C55-4438-82A9-45E677809679}" destId="{9ADEF096-DA58-4E6D-BB82-4E12169533B4}" srcOrd="1" destOrd="0" presId="urn:microsoft.com/office/officeart/2005/8/layout/hierarchy3"/>
    <dgm:cxn modelId="{13E73844-8A04-4564-A014-7E282DB665B0}" type="presOf" srcId="{7F06DF3F-D3AC-4738-BD20-DF28F1BBD0E1}" destId="{962779E3-4A9B-43F1-B8BB-5822DED56072}" srcOrd="0" destOrd="0" presId="urn:microsoft.com/office/officeart/2005/8/layout/hierarchy3"/>
    <dgm:cxn modelId="{D4914966-1DEF-4DC1-8EF7-C80CC9EE6774}" type="presOf" srcId="{D300ED8A-5DEE-4565-96D3-D744298E9518}" destId="{8160D959-CE4A-47D1-A122-0A532DF25131}" srcOrd="0" destOrd="0" presId="urn:microsoft.com/office/officeart/2005/8/layout/hierarchy3"/>
    <dgm:cxn modelId="{D8F0E966-EB16-4DBD-93DC-C8363D22B0BF}" type="presOf" srcId="{3F584EFB-765F-4D7A-B571-EAC16C2D2536}" destId="{1052EEA7-1766-4D97-87C7-1E84DD5D7B35}" srcOrd="0" destOrd="0" presId="urn:microsoft.com/office/officeart/2005/8/layout/hierarchy3"/>
    <dgm:cxn modelId="{2FFDD970-E3E8-445B-B76B-15CC33C933A1}" type="presOf" srcId="{7D0F7388-F102-49E2-9FF6-30207AE6B461}" destId="{8D8675AE-135A-4F50-9B45-08951862CC26}" srcOrd="0" destOrd="0" presId="urn:microsoft.com/office/officeart/2005/8/layout/hierarchy3"/>
    <dgm:cxn modelId="{89197679-FA40-4269-A0AE-A0EB7F49475F}" srcId="{7F06DF3F-D3AC-4738-BD20-DF28F1BBD0E1}" destId="{A9839AFD-6231-4798-B925-65DFC10C11D8}" srcOrd="1" destOrd="0" parTransId="{39BCEA63-E4B1-4FEB-9336-DF7F770F5DEA}" sibTransId="{9D592473-CA00-4229-AD2E-6D3D7FF37D44}"/>
    <dgm:cxn modelId="{4AF1757D-036D-4F22-8828-349D6AC377DC}" srcId="{7F06DF3F-D3AC-4738-BD20-DF28F1BBD0E1}" destId="{3ED574EB-7C55-4438-82A9-45E677809679}" srcOrd="0" destOrd="0" parTransId="{83687021-1847-4767-B599-64BE0FDD98DF}" sibTransId="{21BD9DA1-E8B8-4F90-BC12-1EFA68B3FBD6}"/>
    <dgm:cxn modelId="{B180DB84-3D4F-49C9-898B-50FBFE5A9A8A}" type="presOf" srcId="{48AE6654-A61D-4DDE-A94D-353622B6CC86}" destId="{BFECC6E6-F05C-4A01-B9F7-BBA1E97B0983}" srcOrd="0" destOrd="0" presId="urn:microsoft.com/office/officeart/2005/8/layout/hierarchy3"/>
    <dgm:cxn modelId="{ED24B68A-D840-418A-B050-BDF617EA07FC}" srcId="{A9839AFD-6231-4798-B925-65DFC10C11D8}" destId="{0C9C49FD-8022-4767-97BA-D32C66604883}" srcOrd="1" destOrd="0" parTransId="{C48166A8-11B4-4680-A01B-F6653CC0BB15}" sibTransId="{528F2A5A-7158-45E2-975A-F55CF233928B}"/>
    <dgm:cxn modelId="{37EC7D91-C614-412D-B87C-754266A529B4}" type="presOf" srcId="{C48166A8-11B4-4680-A01B-F6653CC0BB15}" destId="{DB248F0D-EF9A-46FB-AE8F-C4DCBC9FA196}" srcOrd="0" destOrd="0" presId="urn:microsoft.com/office/officeart/2005/8/layout/hierarchy3"/>
    <dgm:cxn modelId="{1C872B95-18A9-40BB-B3B3-6EFF971D5D03}" type="presOf" srcId="{9015E40A-D07E-4F46-B056-391E70D33872}" destId="{15CCEB9A-9280-479C-8923-FE1B322A6BB5}" srcOrd="0" destOrd="0" presId="urn:microsoft.com/office/officeart/2005/8/layout/hierarchy3"/>
    <dgm:cxn modelId="{E9D0E3B4-C942-4194-A620-C98739A8F939}" type="presOf" srcId="{A9839AFD-6231-4798-B925-65DFC10C11D8}" destId="{1166E1FF-EAA9-4784-9862-52E34D2075E3}" srcOrd="1" destOrd="0" presId="urn:microsoft.com/office/officeart/2005/8/layout/hierarchy3"/>
    <dgm:cxn modelId="{B187F2B6-4754-4CED-8613-EFCCC3EF5416}" type="presOf" srcId="{3ED574EB-7C55-4438-82A9-45E677809679}" destId="{E9131EBD-C9E9-480C-A01A-DF85880D8169}" srcOrd="0" destOrd="0" presId="urn:microsoft.com/office/officeart/2005/8/layout/hierarchy3"/>
    <dgm:cxn modelId="{C14C37C5-11CD-4488-A9AA-D7C7A7A4F1D1}" type="presOf" srcId="{8DB2208F-59E2-49D9-84BA-5E9F7C7B9281}" destId="{68DD6104-E21A-42F8-B444-33E632AD51F8}" srcOrd="0" destOrd="0" presId="urn:microsoft.com/office/officeart/2005/8/layout/hierarchy3"/>
    <dgm:cxn modelId="{517915C8-0015-4F66-810D-4C5EB64A1E40}" srcId="{A9839AFD-6231-4798-B925-65DFC10C11D8}" destId="{9015E40A-D07E-4F46-B056-391E70D33872}" srcOrd="0" destOrd="0" parTransId="{8DB2208F-59E2-49D9-84BA-5E9F7C7B9281}" sibTransId="{DA37CD67-0141-4CFD-BD79-946BFC4EF289}"/>
    <dgm:cxn modelId="{D8DA38D5-33F7-42CF-BA86-1B58086C78AC}" srcId="{3ED574EB-7C55-4438-82A9-45E677809679}" destId="{7D0F7388-F102-49E2-9FF6-30207AE6B461}" srcOrd="0" destOrd="0" parTransId="{48AE6654-A61D-4DDE-A94D-353622B6CC86}" sibTransId="{F0417152-5079-4820-B244-5EE539F64349}"/>
    <dgm:cxn modelId="{9BFD0AD8-E217-46D2-A19E-058DEA271DB1}" srcId="{A9839AFD-6231-4798-B925-65DFC10C11D8}" destId="{D300ED8A-5DEE-4565-96D3-D744298E9518}" srcOrd="2" destOrd="0" parTransId="{3F584EFB-765F-4D7A-B571-EAC16C2D2536}" sibTransId="{BE784BD4-789A-4E2A-B90C-D24B29BC0F66}"/>
    <dgm:cxn modelId="{764757DF-525E-4966-9DBE-D330517C743A}" type="presOf" srcId="{86EEC00D-A9C3-4598-8912-6C4C959FBF60}" destId="{5BCF4BB3-A078-4EC5-83C8-8EDAAD5CB9C9}" srcOrd="0" destOrd="0" presId="urn:microsoft.com/office/officeart/2005/8/layout/hierarchy3"/>
    <dgm:cxn modelId="{96356AB4-7343-481B-B87A-97E388CE870B}" type="presParOf" srcId="{962779E3-4A9B-43F1-B8BB-5822DED56072}" destId="{8FFB0FC6-ACAF-41AC-AC97-CAC084325B5D}" srcOrd="0" destOrd="0" presId="urn:microsoft.com/office/officeart/2005/8/layout/hierarchy3"/>
    <dgm:cxn modelId="{844EFABB-6C46-43C3-9A5C-5E54BB4AB4FC}" type="presParOf" srcId="{8FFB0FC6-ACAF-41AC-AC97-CAC084325B5D}" destId="{04A1D28F-0E84-4646-880D-7446A768513B}" srcOrd="0" destOrd="0" presId="urn:microsoft.com/office/officeart/2005/8/layout/hierarchy3"/>
    <dgm:cxn modelId="{401F8466-2F7C-4305-A500-07931B28163D}" type="presParOf" srcId="{04A1D28F-0E84-4646-880D-7446A768513B}" destId="{E9131EBD-C9E9-480C-A01A-DF85880D8169}" srcOrd="0" destOrd="0" presId="urn:microsoft.com/office/officeart/2005/8/layout/hierarchy3"/>
    <dgm:cxn modelId="{D7C21C82-F9A5-4C09-BD18-91D6A9B47735}" type="presParOf" srcId="{04A1D28F-0E84-4646-880D-7446A768513B}" destId="{9ADEF096-DA58-4E6D-BB82-4E12169533B4}" srcOrd="1" destOrd="0" presId="urn:microsoft.com/office/officeart/2005/8/layout/hierarchy3"/>
    <dgm:cxn modelId="{DBAA1733-5EF2-4939-B61C-E5CC810FD644}" type="presParOf" srcId="{8FFB0FC6-ACAF-41AC-AC97-CAC084325B5D}" destId="{34655F33-0536-4F71-8EC5-953928AB299D}" srcOrd="1" destOrd="0" presId="urn:microsoft.com/office/officeart/2005/8/layout/hierarchy3"/>
    <dgm:cxn modelId="{AADA6AB4-9F53-450E-A280-0B4DF17BD84D}" type="presParOf" srcId="{34655F33-0536-4F71-8EC5-953928AB299D}" destId="{BFECC6E6-F05C-4A01-B9F7-BBA1E97B0983}" srcOrd="0" destOrd="0" presId="urn:microsoft.com/office/officeart/2005/8/layout/hierarchy3"/>
    <dgm:cxn modelId="{205E10E7-8350-44D7-91C0-5BE791323262}" type="presParOf" srcId="{34655F33-0536-4F71-8EC5-953928AB299D}" destId="{8D8675AE-135A-4F50-9B45-08951862CC26}" srcOrd="1" destOrd="0" presId="urn:microsoft.com/office/officeart/2005/8/layout/hierarchy3"/>
    <dgm:cxn modelId="{9F8D54BE-91A4-42EB-9A6C-65CB76D341CD}" type="presParOf" srcId="{34655F33-0536-4F71-8EC5-953928AB299D}" destId="{5BCF4BB3-A078-4EC5-83C8-8EDAAD5CB9C9}" srcOrd="2" destOrd="0" presId="urn:microsoft.com/office/officeart/2005/8/layout/hierarchy3"/>
    <dgm:cxn modelId="{34268B4B-CD91-4200-AF45-BE33A560A65B}" type="presParOf" srcId="{34655F33-0536-4F71-8EC5-953928AB299D}" destId="{823E7B52-799B-41F2-8487-49E13ECCAF08}" srcOrd="3" destOrd="0" presId="urn:microsoft.com/office/officeart/2005/8/layout/hierarchy3"/>
    <dgm:cxn modelId="{DD24C19E-EED1-4E49-AE6C-B1D6111EECA3}" type="presParOf" srcId="{962779E3-4A9B-43F1-B8BB-5822DED56072}" destId="{80241506-26AB-4181-89BE-02896E836560}" srcOrd="1" destOrd="0" presId="urn:microsoft.com/office/officeart/2005/8/layout/hierarchy3"/>
    <dgm:cxn modelId="{7E1D46BD-A878-41AF-8FD4-ABBFE0746D9E}" type="presParOf" srcId="{80241506-26AB-4181-89BE-02896E836560}" destId="{3E2821EA-4141-433E-975B-5D8DAD55B360}" srcOrd="0" destOrd="0" presId="urn:microsoft.com/office/officeart/2005/8/layout/hierarchy3"/>
    <dgm:cxn modelId="{34C047D3-600F-44A7-BAB2-1FDEC23430F5}" type="presParOf" srcId="{3E2821EA-4141-433E-975B-5D8DAD55B360}" destId="{84EB2199-6C38-4A9F-BC2D-6C0C3CBADAF0}" srcOrd="0" destOrd="0" presId="urn:microsoft.com/office/officeart/2005/8/layout/hierarchy3"/>
    <dgm:cxn modelId="{EDD456E4-D253-438F-965D-996FE45572FE}" type="presParOf" srcId="{3E2821EA-4141-433E-975B-5D8DAD55B360}" destId="{1166E1FF-EAA9-4784-9862-52E34D2075E3}" srcOrd="1" destOrd="0" presId="urn:microsoft.com/office/officeart/2005/8/layout/hierarchy3"/>
    <dgm:cxn modelId="{BECA194A-3863-4604-816B-6980795F9C58}" type="presParOf" srcId="{80241506-26AB-4181-89BE-02896E836560}" destId="{ABD4367E-B9C1-4334-8C34-A3FA18DB97AC}" srcOrd="1" destOrd="0" presId="urn:microsoft.com/office/officeart/2005/8/layout/hierarchy3"/>
    <dgm:cxn modelId="{C04E3AB8-B3FD-48CA-8EA5-116E6486FE79}" type="presParOf" srcId="{ABD4367E-B9C1-4334-8C34-A3FA18DB97AC}" destId="{68DD6104-E21A-42F8-B444-33E632AD51F8}" srcOrd="0" destOrd="0" presId="urn:microsoft.com/office/officeart/2005/8/layout/hierarchy3"/>
    <dgm:cxn modelId="{5D017B31-D657-4305-802B-85C72FC70DD8}" type="presParOf" srcId="{ABD4367E-B9C1-4334-8C34-A3FA18DB97AC}" destId="{15CCEB9A-9280-479C-8923-FE1B322A6BB5}" srcOrd="1" destOrd="0" presId="urn:microsoft.com/office/officeart/2005/8/layout/hierarchy3"/>
    <dgm:cxn modelId="{94F37976-4F59-4E78-9F67-3D9212A451C1}" type="presParOf" srcId="{ABD4367E-B9C1-4334-8C34-A3FA18DB97AC}" destId="{DB248F0D-EF9A-46FB-AE8F-C4DCBC9FA196}" srcOrd="2" destOrd="0" presId="urn:microsoft.com/office/officeart/2005/8/layout/hierarchy3"/>
    <dgm:cxn modelId="{57A12173-D2FA-472C-8B69-58E02F7A580F}" type="presParOf" srcId="{ABD4367E-B9C1-4334-8C34-A3FA18DB97AC}" destId="{B97DC978-E663-4D42-8E2F-A04EEC87F7F1}" srcOrd="3" destOrd="0" presId="urn:microsoft.com/office/officeart/2005/8/layout/hierarchy3"/>
    <dgm:cxn modelId="{77683EBA-1707-4D67-8C8B-54AAE781C341}" type="presParOf" srcId="{ABD4367E-B9C1-4334-8C34-A3FA18DB97AC}" destId="{1052EEA7-1766-4D97-87C7-1E84DD5D7B35}" srcOrd="4" destOrd="0" presId="urn:microsoft.com/office/officeart/2005/8/layout/hierarchy3"/>
    <dgm:cxn modelId="{F1318523-F606-4703-AB0A-AFC7E1ED8A81}" type="presParOf" srcId="{ABD4367E-B9C1-4334-8C34-A3FA18DB97AC}" destId="{8160D959-CE4A-47D1-A122-0A532DF25131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253328-EF1F-49AE-A114-B36F5317B413}" type="doc">
      <dgm:prSet loTypeId="urn:microsoft.com/office/officeart/2005/8/layout/default" loCatId="list" qsTypeId="urn:microsoft.com/office/officeart/2005/8/quickstyle/simple3" qsCatId="simple" csTypeId="urn:microsoft.com/office/officeart/2005/8/colors/accent2_5" csCatId="accent2" phldr="1"/>
      <dgm:spPr/>
      <dgm:t>
        <a:bodyPr/>
        <a:lstStyle/>
        <a:p>
          <a:endParaRPr lang="es-EC"/>
        </a:p>
      </dgm:t>
    </dgm:pt>
    <dgm:pt modelId="{55CBF5A1-D7EB-4CDB-9A01-A51818987A57}">
      <dgm:prSet custT="1"/>
      <dgm:spPr/>
      <dgm:t>
        <a:bodyPr/>
        <a:lstStyle/>
        <a:p>
          <a:r>
            <a:rPr lang="es-EC" sz="2400" b="1" dirty="0">
              <a:latin typeface="Cambria" panose="02040503050406030204" pitchFamily="18" charset="0"/>
              <a:ea typeface="Cambria" panose="02040503050406030204" pitchFamily="18" charset="0"/>
            </a:rPr>
            <a:t>Desarrollo de software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5E8095E-5E6D-4F89-9FBB-A3103F681322}" type="parTrans" cxnId="{214ABA3C-2E02-4C35-A935-1BCD2111AAF9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F3A897F8-9976-4A75-889E-BC25F089E60F}" type="sibTrans" cxnId="{214ABA3C-2E02-4C35-A935-1BCD2111AAF9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60374BE-0B00-4F87-9A10-F8FDC3424A30}">
      <dgm:prSet custT="1"/>
      <dgm:spPr/>
      <dgm:t>
        <a:bodyPr/>
        <a:lstStyle/>
        <a:p>
          <a:pPr algn="just"/>
          <a:r>
            <a:rPr lang="es-ES" sz="2400" b="0" i="0" dirty="0">
              <a:latin typeface="Cambria" panose="02040503050406030204" pitchFamily="18" charset="0"/>
              <a:ea typeface="Cambria" panose="02040503050406030204" pitchFamily="18" charset="0"/>
            </a:rPr>
            <a:t>Metodología ágil </a:t>
          </a:r>
          <a:r>
            <a:rPr lang="es-ES" sz="2400" b="1" i="0" dirty="0">
              <a:latin typeface="Cambria" panose="02040503050406030204" pitchFamily="18" charset="0"/>
              <a:ea typeface="Cambria" panose="02040503050406030204" pitchFamily="18" charset="0"/>
            </a:rPr>
            <a:t>SCRUM</a:t>
          </a:r>
          <a:r>
            <a:rPr lang="es-ES" sz="2400" b="0" i="0" dirty="0">
              <a:latin typeface="Cambria" panose="02040503050406030204" pitchFamily="18" charset="0"/>
              <a:ea typeface="Cambria" panose="02040503050406030204" pitchFamily="18" charset="0"/>
            </a:rPr>
            <a:t>, organizada en Sprints para permitir un desarrollo iterativo y ajustes constantes basados en la retroalimentación de los usuarios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650CB313-E9A5-490B-A21D-2CF2AB22670A}" type="parTrans" cxnId="{8455B4EA-622F-456A-85A3-882E3A125D36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9ABE59D0-BBEE-4F89-95C1-54D53C509D77}" type="sibTrans" cxnId="{8455B4EA-622F-456A-85A3-882E3A125D36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176D885B-8AAD-4101-B553-514C034016D3}" type="pres">
      <dgm:prSet presAssocID="{9F253328-EF1F-49AE-A114-B36F5317B413}" presName="diagram" presStyleCnt="0">
        <dgm:presLayoutVars>
          <dgm:dir/>
          <dgm:resizeHandles val="exact"/>
        </dgm:presLayoutVars>
      </dgm:prSet>
      <dgm:spPr/>
    </dgm:pt>
    <dgm:pt modelId="{B9A74D80-290C-4CCE-842F-C1046B17CBB1}" type="pres">
      <dgm:prSet presAssocID="{55CBF5A1-D7EB-4CDB-9A01-A51818987A57}" presName="node" presStyleLbl="node1" presStyleIdx="0" presStyleCnt="1">
        <dgm:presLayoutVars>
          <dgm:bulletEnabled val="1"/>
        </dgm:presLayoutVars>
      </dgm:prSet>
      <dgm:spPr/>
    </dgm:pt>
  </dgm:ptLst>
  <dgm:cxnLst>
    <dgm:cxn modelId="{214ABA3C-2E02-4C35-A935-1BCD2111AAF9}" srcId="{9F253328-EF1F-49AE-A114-B36F5317B413}" destId="{55CBF5A1-D7EB-4CDB-9A01-A51818987A57}" srcOrd="0" destOrd="0" parTransId="{E5E8095E-5E6D-4F89-9FBB-A3103F681322}" sibTransId="{F3A897F8-9976-4A75-889E-BC25F089E60F}"/>
    <dgm:cxn modelId="{BCB22360-A184-44D4-AA40-A6073BB3FD5A}" type="presOf" srcId="{9F253328-EF1F-49AE-A114-B36F5317B413}" destId="{176D885B-8AAD-4101-B553-514C034016D3}" srcOrd="0" destOrd="0" presId="urn:microsoft.com/office/officeart/2005/8/layout/default"/>
    <dgm:cxn modelId="{655E90C0-D2E9-4335-8582-7E1ECFBDC2E7}" type="presOf" srcId="{55CBF5A1-D7EB-4CDB-9A01-A51818987A57}" destId="{B9A74D80-290C-4CCE-842F-C1046B17CBB1}" srcOrd="0" destOrd="0" presId="urn:microsoft.com/office/officeart/2005/8/layout/default"/>
    <dgm:cxn modelId="{197C30EA-CE4D-4EFA-B9DB-DD1886873E29}" type="presOf" srcId="{560374BE-0B00-4F87-9A10-F8FDC3424A30}" destId="{B9A74D80-290C-4CCE-842F-C1046B17CBB1}" srcOrd="0" destOrd="1" presId="urn:microsoft.com/office/officeart/2005/8/layout/default"/>
    <dgm:cxn modelId="{8455B4EA-622F-456A-85A3-882E3A125D36}" srcId="{55CBF5A1-D7EB-4CDB-9A01-A51818987A57}" destId="{560374BE-0B00-4F87-9A10-F8FDC3424A30}" srcOrd="0" destOrd="0" parTransId="{650CB313-E9A5-490B-A21D-2CF2AB22670A}" sibTransId="{9ABE59D0-BBEE-4F89-95C1-54D53C509D77}"/>
    <dgm:cxn modelId="{59FDBC5D-CE60-43A1-A52C-C5D002A2B09F}" type="presParOf" srcId="{176D885B-8AAD-4101-B553-514C034016D3}" destId="{B9A74D80-290C-4CCE-842F-C1046B17CBB1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F253328-EF1F-49AE-A114-B36F5317B413}" type="doc">
      <dgm:prSet loTypeId="urn:microsoft.com/office/officeart/2005/8/layout/default" loCatId="list" qsTypeId="urn:microsoft.com/office/officeart/2005/8/quickstyle/simple3" qsCatId="simple" csTypeId="urn:microsoft.com/office/officeart/2005/8/colors/accent2_5" csCatId="accent2" phldr="1"/>
      <dgm:spPr/>
      <dgm:t>
        <a:bodyPr/>
        <a:lstStyle/>
        <a:p>
          <a:endParaRPr lang="es-EC"/>
        </a:p>
      </dgm:t>
    </dgm:pt>
    <dgm:pt modelId="{55CBF5A1-D7EB-4CDB-9A01-A51818987A57}">
      <dgm:prSet custT="1"/>
      <dgm:spPr/>
      <dgm:t>
        <a:bodyPr/>
        <a:lstStyle/>
        <a:p>
          <a:r>
            <a:rPr lang="es-EC" sz="2400" b="1" dirty="0">
              <a:latin typeface="Cambria" panose="02040503050406030204" pitchFamily="18" charset="0"/>
              <a:ea typeface="Cambria" panose="02040503050406030204" pitchFamily="18" charset="0"/>
            </a:rPr>
            <a:t>Enfoque de investigación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5E8095E-5E6D-4F89-9FBB-A3103F681322}" type="parTrans" cxnId="{214ABA3C-2E02-4C35-A935-1BCD2111AAF9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F3A897F8-9976-4A75-889E-BC25F089E60F}" type="sibTrans" cxnId="{214ABA3C-2E02-4C35-A935-1BCD2111AAF9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60374BE-0B00-4F87-9A10-F8FDC3424A30}">
      <dgm:prSet custT="1"/>
      <dgm:spPr/>
      <dgm:t>
        <a:bodyPr/>
        <a:lstStyle/>
        <a:p>
          <a:pPr algn="just"/>
          <a:r>
            <a:rPr lang="es-ES" sz="2400" b="0" i="0" dirty="0">
              <a:latin typeface="Cambria" panose="02040503050406030204" pitchFamily="18" charset="0"/>
              <a:ea typeface="Cambria" panose="02040503050406030204" pitchFamily="18" charset="0"/>
            </a:rPr>
            <a:t>Investigación </a:t>
          </a:r>
          <a:r>
            <a:rPr lang="es-ES" sz="2400" b="1" i="0" dirty="0">
              <a:latin typeface="Cambria" panose="02040503050406030204" pitchFamily="18" charset="0"/>
              <a:ea typeface="Cambria" panose="02040503050406030204" pitchFamily="18" charset="0"/>
            </a:rPr>
            <a:t>aplicada</a:t>
          </a:r>
          <a:r>
            <a:rPr lang="es-ES" sz="2400" b="0" i="0" dirty="0">
              <a:latin typeface="Cambria" panose="02040503050406030204" pitchFamily="18" charset="0"/>
              <a:ea typeface="Cambria" panose="02040503050406030204" pitchFamily="18" charset="0"/>
            </a:rPr>
            <a:t>, utilizando técnicas como observación directa, entrevistas, encuestas Y </a:t>
          </a:r>
          <a:r>
            <a:rPr lang="es-EC" sz="2400" dirty="0">
              <a:latin typeface="Cambria" panose="02040503050406030204" pitchFamily="18" charset="0"/>
              <a:ea typeface="Cambria" panose="02040503050406030204" pitchFamily="18" charset="0"/>
            </a:rPr>
            <a:t>Revisión de documentos</a:t>
          </a:r>
          <a:r>
            <a:rPr lang="es-ES" sz="2400" b="0" i="0" dirty="0">
              <a:latin typeface="Cambria" panose="02040503050406030204" pitchFamily="18" charset="0"/>
              <a:ea typeface="Cambria" panose="02040503050406030204" pitchFamily="18" charset="0"/>
            </a:rPr>
            <a:t> para definir las funcionalidades del sistema</a:t>
          </a:r>
          <a:endParaRPr lang="es-EC" sz="2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650CB313-E9A5-490B-A21D-2CF2AB22670A}" type="parTrans" cxnId="{8455B4EA-622F-456A-85A3-882E3A125D36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9ABE59D0-BBEE-4F89-95C1-54D53C509D77}" type="sibTrans" cxnId="{8455B4EA-622F-456A-85A3-882E3A125D36}">
      <dgm:prSet/>
      <dgm:spPr/>
      <dgm:t>
        <a:bodyPr/>
        <a:lstStyle/>
        <a:p>
          <a:endParaRPr lang="es-EC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176D885B-8AAD-4101-B553-514C034016D3}" type="pres">
      <dgm:prSet presAssocID="{9F253328-EF1F-49AE-A114-B36F5317B413}" presName="diagram" presStyleCnt="0">
        <dgm:presLayoutVars>
          <dgm:dir/>
          <dgm:resizeHandles val="exact"/>
        </dgm:presLayoutVars>
      </dgm:prSet>
      <dgm:spPr/>
    </dgm:pt>
    <dgm:pt modelId="{B9A74D80-290C-4CCE-842F-C1046B17CBB1}" type="pres">
      <dgm:prSet presAssocID="{55CBF5A1-D7EB-4CDB-9A01-A51818987A57}" presName="node" presStyleLbl="node1" presStyleIdx="0" presStyleCnt="1" custScaleX="139728">
        <dgm:presLayoutVars>
          <dgm:bulletEnabled val="1"/>
        </dgm:presLayoutVars>
      </dgm:prSet>
      <dgm:spPr/>
    </dgm:pt>
  </dgm:ptLst>
  <dgm:cxnLst>
    <dgm:cxn modelId="{214ABA3C-2E02-4C35-A935-1BCD2111AAF9}" srcId="{9F253328-EF1F-49AE-A114-B36F5317B413}" destId="{55CBF5A1-D7EB-4CDB-9A01-A51818987A57}" srcOrd="0" destOrd="0" parTransId="{E5E8095E-5E6D-4F89-9FBB-A3103F681322}" sibTransId="{F3A897F8-9976-4A75-889E-BC25F089E60F}"/>
    <dgm:cxn modelId="{BCB22360-A184-44D4-AA40-A6073BB3FD5A}" type="presOf" srcId="{9F253328-EF1F-49AE-A114-B36F5317B413}" destId="{176D885B-8AAD-4101-B553-514C034016D3}" srcOrd="0" destOrd="0" presId="urn:microsoft.com/office/officeart/2005/8/layout/default"/>
    <dgm:cxn modelId="{655E90C0-D2E9-4335-8582-7E1ECFBDC2E7}" type="presOf" srcId="{55CBF5A1-D7EB-4CDB-9A01-A51818987A57}" destId="{B9A74D80-290C-4CCE-842F-C1046B17CBB1}" srcOrd="0" destOrd="0" presId="urn:microsoft.com/office/officeart/2005/8/layout/default"/>
    <dgm:cxn modelId="{197C30EA-CE4D-4EFA-B9DB-DD1886873E29}" type="presOf" srcId="{560374BE-0B00-4F87-9A10-F8FDC3424A30}" destId="{B9A74D80-290C-4CCE-842F-C1046B17CBB1}" srcOrd="0" destOrd="1" presId="urn:microsoft.com/office/officeart/2005/8/layout/default"/>
    <dgm:cxn modelId="{8455B4EA-622F-456A-85A3-882E3A125D36}" srcId="{55CBF5A1-D7EB-4CDB-9A01-A51818987A57}" destId="{560374BE-0B00-4F87-9A10-F8FDC3424A30}" srcOrd="0" destOrd="0" parTransId="{650CB313-E9A5-490B-A21D-2CF2AB22670A}" sibTransId="{9ABE59D0-BBEE-4F89-95C1-54D53C509D77}"/>
    <dgm:cxn modelId="{59FDBC5D-CE60-43A1-A52C-C5D002A2B09F}" type="presParOf" srcId="{176D885B-8AAD-4101-B553-514C034016D3}" destId="{B9A74D80-290C-4CCE-842F-C1046B17CBB1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EDB62-BFD0-4249-817D-CF09D85D1CE1}">
      <dsp:nvSpPr>
        <dsp:cNvPr id="0" name=""/>
        <dsp:cNvSpPr/>
      </dsp:nvSpPr>
      <dsp:spPr>
        <a:xfrm>
          <a:off x="0" y="256932"/>
          <a:ext cx="7570318" cy="182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7541" tIns="354076" rIns="587541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>
              <a:latin typeface="Cambria" panose="02040503050406030204" pitchFamily="18" charset="0"/>
              <a:ea typeface="Cambria" panose="02040503050406030204" pitchFamily="18" charset="0"/>
            </a:rPr>
            <a:t>La empresa J KASG S.A. se dedica a la construcción de edificios no residenciales y gestiona actualmente sus recursos de forma manual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0" y="256932"/>
        <a:ext cx="7570318" cy="1820700"/>
      </dsp:txXfrm>
    </dsp:sp>
    <dsp:sp modelId="{E81AAA9F-C84A-4B72-8FD9-4834C3C418C2}">
      <dsp:nvSpPr>
        <dsp:cNvPr id="0" name=""/>
        <dsp:cNvSpPr/>
      </dsp:nvSpPr>
      <dsp:spPr>
        <a:xfrm>
          <a:off x="378515" y="6012"/>
          <a:ext cx="5299222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98" tIns="0" rIns="2002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 dirty="0">
              <a:latin typeface="Cambria" panose="02040503050406030204" pitchFamily="18" charset="0"/>
              <a:ea typeface="Cambria" panose="02040503050406030204" pitchFamily="18" charset="0"/>
            </a:rPr>
            <a:t>Contexto</a:t>
          </a:r>
          <a:endParaRPr lang="es-EC" sz="26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403013" y="30510"/>
        <a:ext cx="5250226" cy="452844"/>
      </dsp:txXfrm>
    </dsp:sp>
    <dsp:sp modelId="{130DE1B5-7BD4-42D0-A9F0-337B8A2F4058}">
      <dsp:nvSpPr>
        <dsp:cNvPr id="0" name=""/>
        <dsp:cNvSpPr/>
      </dsp:nvSpPr>
      <dsp:spPr>
        <a:xfrm>
          <a:off x="0" y="2420352"/>
          <a:ext cx="7570318" cy="2784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7541" tIns="354076" rIns="587541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>
              <a:latin typeface="Cambria" panose="02040503050406030204" pitchFamily="18" charset="0"/>
              <a:ea typeface="Cambria" panose="02040503050406030204" pitchFamily="18" charset="0"/>
            </a:rPr>
            <a:t>El uso de libros de Excel para el inventario y presupuestos genera lentitud y errores de cálculo frecuentes. Además, la falta de actualización de costos en tiempo real frente a las variaciones del mercado provoca desviaciones financieras y retrasa la toma de decisiones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0" y="2420352"/>
        <a:ext cx="7570318" cy="2784600"/>
      </dsp:txXfrm>
    </dsp:sp>
    <dsp:sp modelId="{DC83610D-9E9C-431E-9DDF-4789D2660CE0}">
      <dsp:nvSpPr>
        <dsp:cNvPr id="0" name=""/>
        <dsp:cNvSpPr/>
      </dsp:nvSpPr>
      <dsp:spPr>
        <a:xfrm>
          <a:off x="378515" y="2169432"/>
          <a:ext cx="5299222" cy="5018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98" tIns="0" rIns="2002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 dirty="0">
              <a:latin typeface="Cambria" panose="02040503050406030204" pitchFamily="18" charset="0"/>
              <a:ea typeface="Cambria" panose="02040503050406030204" pitchFamily="18" charset="0"/>
            </a:rPr>
            <a:t>Problemática </a:t>
          </a:r>
          <a:endParaRPr lang="es-EC" sz="26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403013" y="2193930"/>
        <a:ext cx="5250226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CE9C57-5F0F-493E-A9A5-3B1943E5AB69}">
      <dsp:nvSpPr>
        <dsp:cNvPr id="0" name=""/>
        <dsp:cNvSpPr/>
      </dsp:nvSpPr>
      <dsp:spPr>
        <a:xfrm>
          <a:off x="51" y="10988"/>
          <a:ext cx="4888858" cy="691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b="1" kern="1200" dirty="0">
              <a:latin typeface="Cambria" panose="02040503050406030204" pitchFamily="18" charset="0"/>
              <a:ea typeface="Cambria" panose="02040503050406030204" pitchFamily="18" charset="0"/>
            </a:rPr>
            <a:t>Técnica</a:t>
          </a:r>
        </a:p>
      </dsp:txBody>
      <dsp:txXfrm>
        <a:off x="51" y="10988"/>
        <a:ext cx="4888858" cy="691200"/>
      </dsp:txXfrm>
    </dsp:sp>
    <dsp:sp modelId="{2BA8A92F-6235-4B0D-8FE8-8AEABE3949F0}">
      <dsp:nvSpPr>
        <dsp:cNvPr id="0" name=""/>
        <dsp:cNvSpPr/>
      </dsp:nvSpPr>
      <dsp:spPr>
        <a:xfrm>
          <a:off x="51" y="702188"/>
          <a:ext cx="4888858" cy="322812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>
              <a:latin typeface="Cambria" panose="02040503050406030204" pitchFamily="18" charset="0"/>
              <a:ea typeface="Cambria" panose="02040503050406030204" pitchFamily="18" charset="0"/>
            </a:rPr>
            <a:t>El sistema centralizará la información en una base de datos estructurada, garantizando la integridad y disponibilidad de los datos en tiempo real. Esto optimiza los tiempos de respuesta y permite la escalabilidad futura para añadir nuevas funciones.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51" y="702188"/>
        <a:ext cx="4888858" cy="3228120"/>
      </dsp:txXfrm>
    </dsp:sp>
    <dsp:sp modelId="{A7CAB442-A08E-4996-B1A6-D5F892BD1478}">
      <dsp:nvSpPr>
        <dsp:cNvPr id="0" name=""/>
        <dsp:cNvSpPr/>
      </dsp:nvSpPr>
      <dsp:spPr>
        <a:xfrm>
          <a:off x="5573350" y="10988"/>
          <a:ext cx="4888858" cy="691200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latin typeface="Cambria" panose="02040503050406030204" pitchFamily="18" charset="0"/>
              <a:ea typeface="Cambria" panose="02040503050406030204" pitchFamily="18" charset="0"/>
            </a:rPr>
            <a:t>Académica</a:t>
          </a:r>
          <a:endParaRPr lang="es-EC" sz="24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5573350" y="10988"/>
        <a:ext cx="4888858" cy="691200"/>
      </dsp:txXfrm>
    </dsp:sp>
    <dsp:sp modelId="{518362B7-D4BB-4F8C-9592-EF92EF43464C}">
      <dsp:nvSpPr>
        <dsp:cNvPr id="0" name=""/>
        <dsp:cNvSpPr/>
      </dsp:nvSpPr>
      <dsp:spPr>
        <a:xfrm>
          <a:off x="5573350" y="702188"/>
          <a:ext cx="4888858" cy="3228120"/>
        </a:xfrm>
        <a:prstGeom prst="rect">
          <a:avLst/>
        </a:prstGeom>
        <a:solidFill>
          <a:schemeClr val="accent3">
            <a:tint val="40000"/>
            <a:alpha val="90000"/>
            <a:hueOff val="5055155"/>
            <a:satOff val="44705"/>
            <a:lumOff val="5295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5055155"/>
              <a:satOff val="44705"/>
              <a:lumOff val="52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>
              <a:latin typeface="Cambria" panose="02040503050406030204" pitchFamily="18" charset="0"/>
              <a:ea typeface="Cambria" panose="02040503050406030204" pitchFamily="18" charset="0"/>
            </a:rPr>
            <a:t>Permite aplicar conocimientos prácticos en programación web, bases de datos e ingeniería de software para resolver un problema empresarial real. Fomenta habilidades de investigación y sirve como referente para proyectos de automatización futuros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5573350" y="702188"/>
        <a:ext cx="4888858" cy="3228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31EBD-C9E9-480C-A01A-DF85880D8169}">
      <dsp:nvSpPr>
        <dsp:cNvPr id="0" name=""/>
        <dsp:cNvSpPr/>
      </dsp:nvSpPr>
      <dsp:spPr>
        <a:xfrm>
          <a:off x="2598" y="133920"/>
          <a:ext cx="1665562" cy="832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b="1" kern="1200">
              <a:latin typeface="Cambria" panose="02040503050406030204" pitchFamily="18" charset="0"/>
              <a:ea typeface="Cambria" panose="02040503050406030204" pitchFamily="18" charset="0"/>
            </a:rPr>
            <a:t>INCLUYE</a:t>
          </a:r>
          <a:endParaRPr lang="es-EC" sz="2400" kern="120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6989" y="158311"/>
        <a:ext cx="1616780" cy="783999"/>
      </dsp:txXfrm>
    </dsp:sp>
    <dsp:sp modelId="{BFECC6E6-F05C-4A01-B9F7-BBA1E97B0983}">
      <dsp:nvSpPr>
        <dsp:cNvPr id="0" name=""/>
        <dsp:cNvSpPr/>
      </dsp:nvSpPr>
      <dsp:spPr>
        <a:xfrm>
          <a:off x="169154" y="966701"/>
          <a:ext cx="166556" cy="11337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3739"/>
              </a:lnTo>
              <a:lnTo>
                <a:pt x="166556" y="113373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8675AE-135A-4F50-9B45-08951862CC26}">
      <dsp:nvSpPr>
        <dsp:cNvPr id="0" name=""/>
        <dsp:cNvSpPr/>
      </dsp:nvSpPr>
      <dsp:spPr>
        <a:xfrm>
          <a:off x="335711" y="1174897"/>
          <a:ext cx="5393316" cy="18510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kern="1200" dirty="0">
              <a:latin typeface="Cambria" panose="02040503050406030204" pitchFamily="18" charset="0"/>
              <a:ea typeface="Cambria" panose="02040503050406030204" pitchFamily="18" charset="0"/>
            </a:rPr>
            <a:t>Desarrollo de módulos de inventario de equipos de construcción, materiales, mano de obra, cálculos y generación de presupuestos. </a:t>
          </a:r>
        </a:p>
      </dsp:txBody>
      <dsp:txXfrm>
        <a:off x="389928" y="1229114"/>
        <a:ext cx="5284882" cy="1742655"/>
      </dsp:txXfrm>
    </dsp:sp>
    <dsp:sp modelId="{5BCF4BB3-A078-4EC5-83C8-8EDAAD5CB9C9}">
      <dsp:nvSpPr>
        <dsp:cNvPr id="0" name=""/>
        <dsp:cNvSpPr/>
      </dsp:nvSpPr>
      <dsp:spPr>
        <a:xfrm>
          <a:off x="169154" y="966701"/>
          <a:ext cx="166556" cy="2985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85595"/>
              </a:lnTo>
              <a:lnTo>
                <a:pt x="166556" y="298559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3E7B52-799B-41F2-8487-49E13ECCAF08}">
      <dsp:nvSpPr>
        <dsp:cNvPr id="0" name=""/>
        <dsp:cNvSpPr/>
      </dsp:nvSpPr>
      <dsp:spPr>
        <a:xfrm>
          <a:off x="335711" y="3234181"/>
          <a:ext cx="5245188" cy="1436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kern="1200" dirty="0">
              <a:latin typeface="Cambria" panose="02040503050406030204" pitchFamily="18" charset="0"/>
              <a:ea typeface="Cambria" panose="02040503050406030204" pitchFamily="18" charset="0"/>
            </a:rPr>
            <a:t>Los usuarios a utilizar el sistema serán </a:t>
          </a:r>
          <a:r>
            <a:rPr lang="es-ES" sz="2400" kern="1200" dirty="0">
              <a:latin typeface="Cambria" panose="02040503050406030204" pitchFamily="18" charset="0"/>
              <a:ea typeface="Cambria" panose="02040503050406030204" pitchFamily="18" charset="0"/>
            </a:rPr>
            <a:t>el </a:t>
          </a:r>
          <a:r>
            <a:rPr lang="es-ES" sz="2400" b="1" kern="1200" dirty="0">
              <a:latin typeface="Cambria" panose="02040503050406030204" pitchFamily="18" charset="0"/>
              <a:ea typeface="Cambria" panose="02040503050406030204" pitchFamily="18" charset="0"/>
            </a:rPr>
            <a:t>Jefe de Proyecto</a:t>
          </a:r>
          <a:r>
            <a:rPr lang="es-ES" sz="2400" kern="1200" dirty="0">
              <a:latin typeface="Cambria" panose="02040503050406030204" pitchFamily="18" charset="0"/>
              <a:ea typeface="Cambria" panose="02040503050406030204" pitchFamily="18" charset="0"/>
            </a:rPr>
            <a:t> y el personal administrativo autorizado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77777" y="3276247"/>
        <a:ext cx="5161056" cy="1352098"/>
      </dsp:txXfrm>
    </dsp:sp>
    <dsp:sp modelId="{84EB2199-6C38-4A9F-BC2D-6C0C3CBADAF0}">
      <dsp:nvSpPr>
        <dsp:cNvPr id="0" name=""/>
        <dsp:cNvSpPr/>
      </dsp:nvSpPr>
      <dsp:spPr>
        <a:xfrm>
          <a:off x="5662945" y="133920"/>
          <a:ext cx="2412366" cy="832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latin typeface="Cambria" panose="02040503050406030204" pitchFamily="18" charset="0"/>
              <a:ea typeface="Cambria" panose="02040503050406030204" pitchFamily="18" charset="0"/>
            </a:rPr>
            <a:t>NO INCLUYE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5687336" y="158311"/>
        <a:ext cx="2363584" cy="783999"/>
      </dsp:txXfrm>
    </dsp:sp>
    <dsp:sp modelId="{68DD6104-E21A-42F8-B444-33E632AD51F8}">
      <dsp:nvSpPr>
        <dsp:cNvPr id="0" name=""/>
        <dsp:cNvSpPr/>
      </dsp:nvSpPr>
      <dsp:spPr>
        <a:xfrm>
          <a:off x="5904181" y="966701"/>
          <a:ext cx="241236" cy="624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4585"/>
              </a:lnTo>
              <a:lnTo>
                <a:pt x="241236" y="6245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CCEB9A-9280-479C-8923-FE1B322A6BB5}">
      <dsp:nvSpPr>
        <dsp:cNvPr id="0" name=""/>
        <dsp:cNvSpPr/>
      </dsp:nvSpPr>
      <dsp:spPr>
        <a:xfrm>
          <a:off x="6145418" y="1174897"/>
          <a:ext cx="2816025" cy="8327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>
              <a:latin typeface="Cambria" panose="02040503050406030204" pitchFamily="18" charset="0"/>
              <a:ea typeface="Cambria" panose="02040503050406030204" pitchFamily="18" charset="0"/>
            </a:rPr>
            <a:t>Sistema contable integral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6169809" y="1199288"/>
        <a:ext cx="2767243" cy="783999"/>
      </dsp:txXfrm>
    </dsp:sp>
    <dsp:sp modelId="{DB248F0D-EF9A-46FB-AE8F-C4DCBC9FA196}">
      <dsp:nvSpPr>
        <dsp:cNvPr id="0" name=""/>
        <dsp:cNvSpPr/>
      </dsp:nvSpPr>
      <dsp:spPr>
        <a:xfrm>
          <a:off x="5904181" y="966701"/>
          <a:ext cx="241236" cy="1665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5562"/>
              </a:lnTo>
              <a:lnTo>
                <a:pt x="241236" y="166556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7DC978-E663-4D42-8E2F-A04EEC87F7F1}">
      <dsp:nvSpPr>
        <dsp:cNvPr id="0" name=""/>
        <dsp:cNvSpPr/>
      </dsp:nvSpPr>
      <dsp:spPr>
        <a:xfrm>
          <a:off x="6145418" y="2215873"/>
          <a:ext cx="3899320" cy="8327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>
              <a:latin typeface="Cambria" panose="02040503050406030204" pitchFamily="18" charset="0"/>
              <a:ea typeface="Cambria" panose="02040503050406030204" pitchFamily="18" charset="0"/>
            </a:rPr>
            <a:t>Migración de datos antiguos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6169809" y="2240264"/>
        <a:ext cx="3850538" cy="783999"/>
      </dsp:txXfrm>
    </dsp:sp>
    <dsp:sp modelId="{1052EEA7-1766-4D97-87C7-1E84DD5D7B35}">
      <dsp:nvSpPr>
        <dsp:cNvPr id="0" name=""/>
        <dsp:cNvSpPr/>
      </dsp:nvSpPr>
      <dsp:spPr>
        <a:xfrm>
          <a:off x="5904181" y="966701"/>
          <a:ext cx="241236" cy="27065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6538"/>
              </a:lnTo>
              <a:lnTo>
                <a:pt x="241236" y="27065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60D959-CE4A-47D1-A122-0A532DF25131}">
      <dsp:nvSpPr>
        <dsp:cNvPr id="0" name=""/>
        <dsp:cNvSpPr/>
      </dsp:nvSpPr>
      <dsp:spPr>
        <a:xfrm>
          <a:off x="6145418" y="3256849"/>
          <a:ext cx="3111456" cy="8327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>
              <a:latin typeface="Cambria" panose="02040503050406030204" pitchFamily="18" charset="0"/>
              <a:ea typeface="Cambria" panose="02040503050406030204" pitchFamily="18" charset="0"/>
            </a:rPr>
            <a:t>Capacitación masiva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6169809" y="3281240"/>
        <a:ext cx="3062674" cy="7839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74D80-290C-4CCE-842F-C1046B17CBB1}">
      <dsp:nvSpPr>
        <dsp:cNvPr id="0" name=""/>
        <dsp:cNvSpPr/>
      </dsp:nvSpPr>
      <dsp:spPr>
        <a:xfrm>
          <a:off x="0" y="324727"/>
          <a:ext cx="4769639" cy="2861783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b="1" kern="1200" dirty="0">
              <a:latin typeface="Cambria" panose="02040503050406030204" pitchFamily="18" charset="0"/>
              <a:ea typeface="Cambria" panose="02040503050406030204" pitchFamily="18" charset="0"/>
            </a:rPr>
            <a:t>Desarrollo de software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b="0" i="0" kern="1200" dirty="0">
              <a:latin typeface="Cambria" panose="02040503050406030204" pitchFamily="18" charset="0"/>
              <a:ea typeface="Cambria" panose="02040503050406030204" pitchFamily="18" charset="0"/>
            </a:rPr>
            <a:t>Metodología ágil </a:t>
          </a:r>
          <a:r>
            <a:rPr lang="es-ES" sz="2400" b="1" i="0" kern="1200" dirty="0">
              <a:latin typeface="Cambria" panose="02040503050406030204" pitchFamily="18" charset="0"/>
              <a:ea typeface="Cambria" panose="02040503050406030204" pitchFamily="18" charset="0"/>
            </a:rPr>
            <a:t>SCRUM</a:t>
          </a:r>
          <a:r>
            <a:rPr lang="es-ES" sz="2400" b="0" i="0" kern="1200" dirty="0">
              <a:latin typeface="Cambria" panose="02040503050406030204" pitchFamily="18" charset="0"/>
              <a:ea typeface="Cambria" panose="02040503050406030204" pitchFamily="18" charset="0"/>
            </a:rPr>
            <a:t>, organizada en Sprints para permitir un desarrollo iterativo y ajustes constantes basados en la retroalimentación de los usuarios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0" y="324727"/>
        <a:ext cx="4769639" cy="28617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74D80-290C-4CCE-842F-C1046B17CBB1}">
      <dsp:nvSpPr>
        <dsp:cNvPr id="0" name=""/>
        <dsp:cNvSpPr/>
      </dsp:nvSpPr>
      <dsp:spPr>
        <a:xfrm>
          <a:off x="129803" y="430"/>
          <a:ext cx="5531573" cy="2375289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b="1" kern="1200" dirty="0">
              <a:latin typeface="Cambria" panose="02040503050406030204" pitchFamily="18" charset="0"/>
              <a:ea typeface="Cambria" panose="02040503050406030204" pitchFamily="18" charset="0"/>
            </a:rPr>
            <a:t>Enfoque de investigación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b="0" i="0" kern="1200" dirty="0">
              <a:latin typeface="Cambria" panose="02040503050406030204" pitchFamily="18" charset="0"/>
              <a:ea typeface="Cambria" panose="02040503050406030204" pitchFamily="18" charset="0"/>
            </a:rPr>
            <a:t>Investigación </a:t>
          </a:r>
          <a:r>
            <a:rPr lang="es-ES" sz="2400" b="1" i="0" kern="1200" dirty="0">
              <a:latin typeface="Cambria" panose="02040503050406030204" pitchFamily="18" charset="0"/>
              <a:ea typeface="Cambria" panose="02040503050406030204" pitchFamily="18" charset="0"/>
            </a:rPr>
            <a:t>aplicada</a:t>
          </a:r>
          <a:r>
            <a:rPr lang="es-ES" sz="2400" b="0" i="0" kern="1200" dirty="0">
              <a:latin typeface="Cambria" panose="02040503050406030204" pitchFamily="18" charset="0"/>
              <a:ea typeface="Cambria" panose="02040503050406030204" pitchFamily="18" charset="0"/>
            </a:rPr>
            <a:t>, utilizando técnicas como observación directa, entrevistas, encuestas Y </a:t>
          </a:r>
          <a:r>
            <a:rPr lang="es-EC" sz="2400" kern="1200" dirty="0">
              <a:latin typeface="Cambria" panose="02040503050406030204" pitchFamily="18" charset="0"/>
              <a:ea typeface="Cambria" panose="02040503050406030204" pitchFamily="18" charset="0"/>
            </a:rPr>
            <a:t>Revisión de documentos</a:t>
          </a:r>
          <a:r>
            <a:rPr lang="es-ES" sz="2400" b="0" i="0" kern="1200" dirty="0">
              <a:latin typeface="Cambria" panose="02040503050406030204" pitchFamily="18" charset="0"/>
              <a:ea typeface="Cambria" panose="02040503050406030204" pitchFamily="18" charset="0"/>
            </a:rPr>
            <a:t> para definir las funcionalidades del sistema</a:t>
          </a:r>
          <a:endParaRPr lang="es-EC" sz="2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129803" y="430"/>
        <a:ext cx="5531573" cy="2375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AE2B4-7D21-4C8D-B4F4-EEABF28ADFA1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D7603-6B9B-4F4F-B743-2C38C3DD8A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1451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D7603-6B9B-4F4F-B743-2C38C3DD8AB6}" type="slidenum">
              <a:rPr lang="es-EC" smtClean="0"/>
              <a:t>6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7598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C8411-E2F0-B36A-7049-1511535F7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6C83E-4DAD-B828-E29E-63183B59D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2F03BE-4F89-D804-79F7-DA2EB12F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A4E94D-C116-8214-8AD3-1DDBEEFE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20B3E4-AA1A-B490-F994-81443F9F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1228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26046-47CC-992D-E6A8-E1571FF2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97AFE1-3405-FDEA-5AFD-BCD081255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67B900-F761-8CEB-6544-A32BE0AB3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ADBA7B-A302-2824-4ACD-59A909BE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6433F4-EF27-4CDC-29D3-A0FDC796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6136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64020-1DB1-86C6-3BC5-AF9952C47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ABF8AE-9EE5-51D4-A551-EEC48389B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4CEC9B-EB19-14A2-E2B3-63680074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B04A43-7771-E397-4182-FD9461F9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4F9768-5E36-9257-209F-FC2B932B8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3727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2E8AF-1085-85FE-BA12-DDF7965E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A6B3FD-0563-12FB-F60E-4E1FE464D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BD24FE-C6C8-9BDA-CC19-42AC6279F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77B1AE-3BE4-65E5-B61C-4D1E324C6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37705E-51E1-63D4-6EED-AF5C0D60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24DA15-D2DB-AFC3-40E7-3618F198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4688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7975A-5217-6479-E93E-9E17DA9C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842D87-1AFD-9257-170C-D48B24032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B1222D-C5D6-3C7F-F6F4-3C150B9DB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3DD627-DDEC-EC8E-6C83-0667006FF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2949C1-A09C-0284-2E59-46305572F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36865D4-E6F0-134F-A068-4B0D5700F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95EE158-90D5-F652-0639-69D07532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57B2B4-181D-33F3-FF0F-EAB7100C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89150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1285E-7584-612D-45BE-2DDC3A05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CAEC74-CFC5-AEA6-6747-6273BBF4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2AC33B-DA74-B4D4-9223-D43E30D9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61FF18-36ED-3683-119D-9825F94C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7636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06FBED-0512-6BE0-39A0-197B7B3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02FF77B-3305-423F-3D59-4C286DBB9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3A3569-CA7D-8B4A-8866-96E947E2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51478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7D104-C843-1ADC-955D-2F896BE0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7E97E1-30FC-20C6-747D-928646F9F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766E0A-E814-35E7-4BD6-0B26C2285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EB787B-D8C3-FDE1-0E49-387011AC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82F3C5-E68E-CDDB-2340-8288885E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943D95-D472-4BD5-5C4B-979427B7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9241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3A415-288B-3006-B299-61C9F0E5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15E0FE0-6F06-E24F-5F7B-B8F8931CF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B69ECA-30A9-3F60-4957-33A0F1C61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931244-9504-8F2C-1791-02AED177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971357-01DF-AB6B-16BB-3ED0A812A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B86E7-2427-0BFE-1DF2-7A3AB442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4269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73375-E217-9BF4-CD82-641FAEF3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BC44F5-8105-479C-43CB-7F8CB8DA0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86E3F7-ECDE-223D-A728-AC91C881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80CBB5-E2A8-D23E-1193-6BE90492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577270-FF97-D1B4-7BEB-82774C21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1140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B9A710-6739-FF2E-AFF4-16BC06422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556753-C5C7-F32B-1BE5-846844310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D9D2DF-78D5-BF16-0820-7ED8D4ED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A77D12-D5B8-673F-6DC8-F268F763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4D112F-CDB2-7532-8FE1-D80FF51B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7652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425661-B878-6B7A-65A9-A2C25873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B3B2DA-E159-41E7-FA68-95F2C25D7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6811D2-2888-CB5D-D665-D09F31ADB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BDA6C-F875-4300-885C-718BE9845587}" type="datetimeFigureOut">
              <a:rPr lang="es-EC" smtClean="0"/>
              <a:t>4/3/2026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3DB533-B2CB-755D-3180-1941EC5A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1F6346-5E40-BA0E-FB4B-E3C0331BB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2C05F-FFD5-45C7-B033-55E33797F1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0614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diagramDrawing" Target="../diagrams/drawing5.xml"/><Relationship Id="rId3" Type="http://schemas.openxmlformats.org/officeDocument/2006/relationships/diagramLayout" Target="../diagrams/layout4.xml"/><Relationship Id="rId7" Type="http://schemas.openxmlformats.org/officeDocument/2006/relationships/image" Target="../media/image7.png"/><Relationship Id="rId12" Type="http://schemas.openxmlformats.org/officeDocument/2006/relationships/diagramColors" Target="../diagrams/colors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11" Type="http://schemas.openxmlformats.org/officeDocument/2006/relationships/diagramQuickStyle" Target="../diagrams/quickStyle5.xml"/><Relationship Id="rId5" Type="http://schemas.openxmlformats.org/officeDocument/2006/relationships/diagramColors" Target="../diagrams/colors4.xml"/><Relationship Id="rId10" Type="http://schemas.openxmlformats.org/officeDocument/2006/relationships/diagramLayout" Target="../diagrams/layout5.xml"/><Relationship Id="rId4" Type="http://schemas.openxmlformats.org/officeDocument/2006/relationships/diagramQuickStyle" Target="../diagrams/quickStyle4.xml"/><Relationship Id="rId9" Type="http://schemas.openxmlformats.org/officeDocument/2006/relationships/diagramData" Target="../diagrams/data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ormato de Diapositivas para presentaciones UG | PPTX">
            <a:extLst>
              <a:ext uri="{FF2B5EF4-FFF2-40B4-BE49-F238E27FC236}">
                <a16:creationId xmlns:a16="http://schemas.microsoft.com/office/drawing/2014/main" id="{7A111EEB-CA87-E94B-4F41-118880FDCD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77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14F251A-9127-D68C-8AB1-27CF381C2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940" y="1275745"/>
            <a:ext cx="10972800" cy="351278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s-EC" sz="27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UNIVERSIDAD DE GUAYAQUIL</a:t>
            </a:r>
            <a:br>
              <a:rPr lang="es-EC" sz="27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s-EC" sz="27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FACULTAD DE CIENCIAS MATEMATICAS Y FISICAS</a:t>
            </a:r>
            <a:br>
              <a:rPr lang="es-EC" sz="27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s-EC" sz="27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CARRERA DE SOFTWARE</a:t>
            </a:r>
            <a:br>
              <a:rPr lang="es-EC" sz="2400" dirty="0">
                <a:solidFill>
                  <a:schemeClr val="bg1"/>
                </a:solidFill>
                <a:latin typeface="Britannic Bold" panose="020B0903060703020204" pitchFamily="34" charset="0"/>
              </a:rPr>
            </a:br>
            <a:br>
              <a:rPr lang="es-EC" sz="2400" dirty="0">
                <a:solidFill>
                  <a:schemeClr val="bg1"/>
                </a:solidFill>
                <a:latin typeface="Britannic Bold" panose="020B0903060703020204" pitchFamily="34" charset="0"/>
              </a:rPr>
            </a:br>
            <a:r>
              <a:rPr lang="es-ES" sz="3100" dirty="0">
                <a:solidFill>
                  <a:schemeClr val="bg1"/>
                </a:solidFill>
                <a:latin typeface="Britannic Bold" panose="020B0903060703020204" pitchFamily="34" charset="0"/>
              </a:rPr>
              <a:t>SISTEMA WEB PARA LA ADMINISTRACIÓN DE INVENTARIO Y GENERACIÓN DE PRESUPUESTOS EN LA EMPRESA DE CONSTRUCCIÓN DE EDIFICIOS NO RESIDENCIALES J KASG S.A. </a:t>
            </a:r>
            <a:br>
              <a:rPr lang="es-ES" sz="2400" dirty="0">
                <a:solidFill>
                  <a:schemeClr val="bg1"/>
                </a:solidFill>
                <a:latin typeface="Britannic Bold" panose="020B0903060703020204" pitchFamily="34" charset="0"/>
              </a:rPr>
            </a:br>
            <a:r>
              <a:rPr lang="es-E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PROPUESTA DE TEMA DE TRABAJO DE INTEGRACION CURRICULAR | PERIODO 2026 – 2027</a:t>
            </a:r>
            <a:br>
              <a:rPr lang="es-E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s-EC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E3BB08-820F-F966-0F66-B82398A29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8532"/>
            <a:ext cx="9143999" cy="15015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C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entaur Now Caption" panose="020F0502020204030204" pitchFamily="2" charset="0"/>
              </a:rPr>
              <a:t>ESTUDIANTES:</a:t>
            </a:r>
          </a:p>
          <a:p>
            <a:pPr>
              <a:lnSpc>
                <a:spcPct val="100000"/>
              </a:lnSpc>
            </a:pPr>
            <a:r>
              <a:rPr lang="es-EC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entaur Now Caption" panose="020F0502020204030204" pitchFamily="2" charset="0"/>
              </a:rPr>
              <a:t>CINTHIA MARIA TENESACA PINCAY</a:t>
            </a:r>
          </a:p>
          <a:p>
            <a:pPr>
              <a:lnSpc>
                <a:spcPct val="100000"/>
              </a:lnSpc>
            </a:pPr>
            <a:r>
              <a:rPr lang="es-EC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entaur Now Caption" panose="020F0502020204030204" pitchFamily="2" charset="0"/>
              </a:rPr>
              <a:t>GREGORY JOSUE HUACON RAMIREZ</a:t>
            </a:r>
          </a:p>
          <a:p>
            <a:pPr>
              <a:lnSpc>
                <a:spcPct val="100000"/>
              </a:lnSpc>
            </a:pPr>
            <a:endParaRPr lang="es-EC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entaur Now Caption" panose="020F0502020204030204" pitchFamily="2" charset="0"/>
            </a:endParaRPr>
          </a:p>
          <a:p>
            <a:pPr>
              <a:lnSpc>
                <a:spcPct val="100000"/>
              </a:lnSpc>
            </a:pPr>
            <a:endParaRPr lang="es-EC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entaur Now Caption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635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D921C-DCAF-CB2F-B026-27B67309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1952B49D-8F36-5B8C-29A8-308C5CB80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ormato de Diapositivas para presentaciones UG | PPTX">
            <a:extLst>
              <a:ext uri="{FF2B5EF4-FFF2-40B4-BE49-F238E27FC236}">
                <a16:creationId xmlns:a16="http://schemas.microsoft.com/office/drawing/2014/main" id="{84B006CE-6EE1-646A-C774-F763A38F21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6" b="10576"/>
          <a:stretch>
            <a:fillRect/>
          </a:stretch>
        </p:blipFill>
        <p:spPr bwMode="auto">
          <a:xfrm>
            <a:off x="20" y="0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AAF058-9CB4-B333-758D-DCF3CD1E2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478"/>
            <a:ext cx="9214338" cy="824425"/>
          </a:xfrm>
        </p:spPr>
        <p:txBody>
          <a:bodyPr>
            <a:normAutofit/>
          </a:bodyPr>
          <a:lstStyle/>
          <a:p>
            <a:r>
              <a:rPr lang="es-EC" sz="4800" dirty="0">
                <a:solidFill>
                  <a:schemeClr val="bg1"/>
                </a:solidFill>
                <a:latin typeface="Britannic Bold" panose="020B0903060703020204" pitchFamily="34" charset="0"/>
              </a:rPr>
              <a:t>PLANTEAMIENTO DEL PROBLEMA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B3CBE10C-0C43-0D76-9091-C67D92CF4F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6726282"/>
              </p:ext>
            </p:extLst>
          </p:nvPr>
        </p:nvGraphicFramePr>
        <p:xfrm>
          <a:off x="4187928" y="1199381"/>
          <a:ext cx="7570318" cy="521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Imagen 6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9BC28A9A-7390-65E7-2964-769B0910EF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930" b="95595" l="4785" r="94258">
                        <a14:foregroundMark x1="15789" y1="10573" x2="65550" y2="8370"/>
                        <a14:foregroundMark x1="65550" y1="8370" x2="88995" y2="16740"/>
                        <a14:foregroundMark x1="88995" y1="16740" x2="74163" y2="29956"/>
                        <a14:foregroundMark x1="5263" y1="18502" x2="9091" y2="33921"/>
                        <a14:foregroundMark x1="48325" y1="62555" x2="48325" y2="62555"/>
                        <a14:foregroundMark x1="48325" y1="72687" x2="48325" y2="72687"/>
                        <a14:foregroundMark x1="44976" y1="74009" x2="48804" y2="72247"/>
                        <a14:foregroundMark x1="54067" y1="70485" x2="53110" y2="69604"/>
                        <a14:foregroundMark x1="51196" y1="65198" x2="52632" y2="65198"/>
                        <a14:foregroundMark x1="41627" y1="68282" x2="38278" y2="80617"/>
                        <a14:foregroundMark x1="34928" y1="76652" x2="59330" y2="85463"/>
                        <a14:foregroundMark x1="59330" y1="85463" x2="62201" y2="87665"/>
                        <a14:foregroundMark x1="22967" y1="94714" x2="58373" y2="96035"/>
                        <a14:foregroundMark x1="58373" y1="96035" x2="77033" y2="95154"/>
                        <a14:foregroundMark x1="32057" y1="71806" x2="61244" y2="90749"/>
                        <a14:foregroundMark x1="61244" y1="90749" x2="67464" y2="90749"/>
                        <a14:foregroundMark x1="61244" y1="78414" x2="59330" y2="74449"/>
                        <a14:foregroundMark x1="94258" y1="17181" x2="92823" y2="242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488" y="1199381"/>
            <a:ext cx="4056973" cy="521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04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35FA1-B3CF-5BFD-223E-3A2B7DF4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rmato de Diapositivas para presentaciones UG | PPTX">
            <a:extLst>
              <a:ext uri="{FF2B5EF4-FFF2-40B4-BE49-F238E27FC236}">
                <a16:creationId xmlns:a16="http://schemas.microsoft.com/office/drawing/2014/main" id="{37DA53CD-5E41-5326-464A-239808BA1C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6" b="10576"/>
          <a:stretch>
            <a:fillRect/>
          </a:stretch>
        </p:blipFill>
        <p:spPr bwMode="auto">
          <a:xfrm>
            <a:off x="20" y="0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9317465-8311-6A12-F089-9D451B3D3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235087"/>
            <a:ext cx="9144000" cy="824425"/>
          </a:xfrm>
        </p:spPr>
        <p:txBody>
          <a:bodyPr>
            <a:normAutofit/>
          </a:bodyPr>
          <a:lstStyle/>
          <a:p>
            <a:r>
              <a:rPr lang="es-EC" sz="4800" dirty="0">
                <a:latin typeface="Britannic Bold" panose="020B0903060703020204" pitchFamily="34" charset="0"/>
              </a:rPr>
              <a:t>OBJETIVO GENERAL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873121-2E02-1C64-3BE0-6C3A51567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2" y="2258346"/>
            <a:ext cx="9143999" cy="234130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Desarrollar un sistema web que permita gestionar el inventario de equipos de construcción, materiales y mano de obra, y facilite los cálculos y generación de presupuestos, para centralizar la información, automatizar los procesos de gestión y garantizar la consistencia de los datos en la empresa de construcción de edificios no residenciales J KASG S.A </a:t>
            </a:r>
            <a:endParaRPr lang="es-EC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entaur Now Caption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838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7C7D-5A2D-4AA8-744E-904BCAB8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rmato de Diapositivas para presentaciones UG | PPTX">
            <a:extLst>
              <a:ext uri="{FF2B5EF4-FFF2-40B4-BE49-F238E27FC236}">
                <a16:creationId xmlns:a16="http://schemas.microsoft.com/office/drawing/2014/main" id="{0FF4FE09-73A0-714E-B953-0B7779D6A9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6" b="10576"/>
          <a:stretch>
            <a:fillRect/>
          </a:stretch>
        </p:blipFill>
        <p:spPr bwMode="auto">
          <a:xfrm>
            <a:off x="20" y="0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FFB4D9-CCC5-9A45-0B0A-9166A2CC2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452"/>
            <a:ext cx="9144000" cy="824425"/>
          </a:xfrm>
        </p:spPr>
        <p:txBody>
          <a:bodyPr>
            <a:normAutofit/>
          </a:bodyPr>
          <a:lstStyle/>
          <a:p>
            <a:r>
              <a:rPr lang="es-EC" sz="4800" dirty="0">
                <a:latin typeface="Britannic Bold" panose="020B0903060703020204" pitchFamily="34" charset="0"/>
              </a:rPr>
              <a:t>OBJETIVOS ESPECIFICOS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CC1714-131D-BDE0-5DDA-8093906BB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0420" y="1416375"/>
            <a:ext cx="8456439" cy="763086"/>
          </a:xfrm>
        </p:spPr>
        <p:txBody>
          <a:bodyPr>
            <a:normAutofit/>
          </a:bodyPr>
          <a:lstStyle/>
          <a:p>
            <a:pPr algn="just"/>
            <a:r>
              <a:rPr lang="es-ES" sz="2200" dirty="0">
                <a:latin typeface="Cambria" panose="02040503050406030204" pitchFamily="18" charset="0"/>
                <a:ea typeface="Cambria" panose="02040503050406030204" pitchFamily="18" charset="0"/>
              </a:rPr>
              <a:t>4. Validar el sistema mediante pruebas funcionales y evaluación del usuario final, garantizando su correcto desempeño y funcionalidad.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E1C6373-85F9-89E4-BFE6-70D36189AD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96" b="90755" l="9956" r="89971">
                        <a14:foregroundMark x1="18241" y1="90755" x2="19404" y2="90755"/>
                        <a14:backgroundMark x1="68314" y1="35807" x2="30451" y2="84896"/>
                        <a14:backgroundMark x1="30451" y1="84896" x2="72093" y2="85026"/>
                        <a14:backgroundMark x1="72093" y1="85026" x2="94695" y2="56641"/>
                        <a14:backgroundMark x1="94695" y1="56641" x2="80523" y2="35286"/>
                        <a14:backgroundMark x1="80523" y1="35286" x2="64462" y2="36589"/>
                        <a14:backgroundMark x1="64462" y1="36589" x2="66279" y2="39453"/>
                      </a14:backgroundRemoval>
                    </a14:imgEffect>
                  </a14:imgLayer>
                </a14:imgProps>
              </a:ext>
            </a:extLst>
          </a:blip>
          <a:srcRect l="7616" t="24475" r="36558" b="4419"/>
          <a:stretch>
            <a:fillRect/>
          </a:stretch>
        </p:blipFill>
        <p:spPr>
          <a:xfrm rot="20006439">
            <a:off x="-637524" y="1579164"/>
            <a:ext cx="6004515" cy="460868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B219DA1-A498-27DA-FCBF-36DDDA44F0C9}"/>
              </a:ext>
            </a:extLst>
          </p:cNvPr>
          <p:cNvSpPr txBox="1"/>
          <p:nvPr/>
        </p:nvSpPr>
        <p:spPr>
          <a:xfrm>
            <a:off x="1610616" y="5457666"/>
            <a:ext cx="10206243" cy="100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s-E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1, </a:t>
            </a:r>
            <a:r>
              <a:rPr lang="es-ES" sz="2200" dirty="0">
                <a:latin typeface="Cambria" panose="02040503050406030204" pitchFamily="18" charset="0"/>
                <a:ea typeface="Cambria" panose="02040503050406030204" pitchFamily="18" charset="0"/>
              </a:rPr>
              <a:t>Elicitar los requisitos del sistema mediante encuestas y entrevistas, con el fin de identificar las características fundamentales y las necesidades específicas de los usuarios</a:t>
            </a:r>
            <a:endParaRPr kumimoji="0" lang="es-E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213D330-F4EE-6A59-C114-D256DD332CD2}"/>
              </a:ext>
            </a:extLst>
          </p:cNvPr>
          <p:cNvSpPr txBox="1"/>
          <p:nvPr/>
        </p:nvSpPr>
        <p:spPr>
          <a:xfrm>
            <a:off x="2364733" y="4002816"/>
            <a:ext cx="8906855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s-E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s-ES" sz="2200" dirty="0">
                <a:latin typeface="Cambria" panose="02040503050406030204" pitchFamily="18" charset="0"/>
                <a:ea typeface="Cambria" panose="02040503050406030204" pitchFamily="18" charset="0"/>
              </a:rPr>
              <a:t>Diseñar la arquitectura de la base de datos que soporte la gestión del inventario y el proceso de elaboración de presupuestos, permitiendo el almacenamiento estructurado, la integridad y la disponibilidad de la información del sistema.</a:t>
            </a:r>
            <a:endParaRPr kumimoji="0" lang="es-E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BD03453-1377-8BD4-63A6-039ADC7BD297}"/>
              </a:ext>
            </a:extLst>
          </p:cNvPr>
          <p:cNvSpPr txBox="1"/>
          <p:nvPr/>
        </p:nvSpPr>
        <p:spPr>
          <a:xfrm>
            <a:off x="2886881" y="2243267"/>
            <a:ext cx="890685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s-E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s-ES" sz="2200" dirty="0">
                <a:latin typeface="Cambria" panose="02040503050406030204" pitchFamily="18" charset="0"/>
                <a:ea typeface="Cambria" panose="02040503050406030204" pitchFamily="18" charset="0"/>
              </a:rPr>
              <a:t>Implementar los módulos del sistema relacionados con la gestión y seguimiento del inventario, los cálculos automatizados y la generación de presupuestos, con el fin de optimizar los procesos operativos y administrativos de la empresa J KASG S.A., reduciendo errores de cálculo y mejorando la eficiencia en la elaboración de presupuestos.</a:t>
            </a:r>
            <a:endParaRPr kumimoji="0" lang="es-E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300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2B14-95D7-824F-499A-FB0F062A9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rmato de Diapositivas para presentaciones UG | PPTX">
            <a:extLst>
              <a:ext uri="{FF2B5EF4-FFF2-40B4-BE49-F238E27FC236}">
                <a16:creationId xmlns:a16="http://schemas.microsoft.com/office/drawing/2014/main" id="{3EDB3BF7-CEBB-FF5B-D442-D9A2925E8B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6" b="10576"/>
          <a:stretch>
            <a:fillRect/>
          </a:stretch>
        </p:blipFill>
        <p:spPr bwMode="auto">
          <a:xfrm>
            <a:off x="20" y="0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DBD3499-DA92-A2C2-EC4C-6F100EDDD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2317"/>
            <a:ext cx="9144000" cy="824425"/>
          </a:xfrm>
        </p:spPr>
        <p:txBody>
          <a:bodyPr>
            <a:normAutofit/>
          </a:bodyPr>
          <a:lstStyle/>
          <a:p>
            <a:r>
              <a:rPr lang="es-EC" sz="4800" dirty="0">
                <a:latin typeface="Britannic Bold" panose="020B0903060703020204" pitchFamily="34" charset="0"/>
              </a:rPr>
              <a:t>JUSTIFICACION E IMPORTANCIA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C915E0B-0156-CF7B-2BAE-CF933F691F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8326098"/>
              </p:ext>
            </p:extLst>
          </p:nvPr>
        </p:nvGraphicFramePr>
        <p:xfrm>
          <a:off x="864870" y="2365718"/>
          <a:ext cx="10462260" cy="3941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579BCDE2-757F-7367-4469-33A470F3E7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5191" y="1176742"/>
            <a:ext cx="1273903" cy="1188976"/>
          </a:xfrm>
          <a:prstGeom prst="rect">
            <a:avLst/>
          </a:prstGeom>
        </p:spPr>
      </p:pic>
      <p:pic>
        <p:nvPicPr>
          <p:cNvPr id="8" name="Imagen 7" descr="Dibujo de una persona&#10;&#10;El contenido generado por IA puede ser incorrecto.">
            <a:extLst>
              <a:ext uri="{FF2B5EF4-FFF2-40B4-BE49-F238E27FC236}">
                <a16:creationId xmlns:a16="http://schemas.microsoft.com/office/drawing/2014/main" id="{35AC4C47-E902-C124-46ED-849D30F67D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2906" y="1176742"/>
            <a:ext cx="1156670" cy="107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62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4EFDB-24BF-E4B3-3F95-DDB0F9FAF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rmato de Diapositivas para presentaciones UG | PPTX">
            <a:extLst>
              <a:ext uri="{FF2B5EF4-FFF2-40B4-BE49-F238E27FC236}">
                <a16:creationId xmlns:a16="http://schemas.microsoft.com/office/drawing/2014/main" id="{4F561C1C-5BB3-CAAC-FF24-9DD5793679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6" b="10576"/>
          <a:stretch>
            <a:fillRect/>
          </a:stretch>
        </p:blipFill>
        <p:spPr bwMode="auto">
          <a:xfrm>
            <a:off x="20" y="0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A0F9DE-2331-7FF3-7630-C333DA9B0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71"/>
            <a:ext cx="9144000" cy="824425"/>
          </a:xfrm>
        </p:spPr>
        <p:txBody>
          <a:bodyPr>
            <a:normAutofit/>
          </a:bodyPr>
          <a:lstStyle/>
          <a:p>
            <a:r>
              <a:rPr lang="es-EC" sz="4800" dirty="0">
                <a:latin typeface="Britannic Bold" panose="020B0903060703020204" pitchFamily="34" charset="0"/>
              </a:rPr>
              <a:t>ALCANCE DEL PROYECTO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6D9D0F70-03F7-7A05-9730-6C2F2D162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7412060"/>
              </p:ext>
            </p:extLst>
          </p:nvPr>
        </p:nvGraphicFramePr>
        <p:xfrm>
          <a:off x="1072331" y="1482167"/>
          <a:ext cx="10047338" cy="4804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8750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2892-5DDE-3302-F1C1-BA78C78C6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rmato de Diapositivas para presentaciones UG | PPTX">
            <a:extLst>
              <a:ext uri="{FF2B5EF4-FFF2-40B4-BE49-F238E27FC236}">
                <a16:creationId xmlns:a16="http://schemas.microsoft.com/office/drawing/2014/main" id="{764B70F2-FFB3-DDDB-4FE2-899BFB2037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6" b="10576"/>
          <a:stretch>
            <a:fillRect/>
          </a:stretch>
        </p:blipFill>
        <p:spPr bwMode="auto">
          <a:xfrm>
            <a:off x="20" y="0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EEF29FD-5102-4035-73A3-FB879501E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908" y="427930"/>
            <a:ext cx="11676184" cy="1440727"/>
          </a:xfrm>
        </p:spPr>
        <p:txBody>
          <a:bodyPr>
            <a:normAutofit/>
          </a:bodyPr>
          <a:lstStyle/>
          <a:p>
            <a:r>
              <a:rPr lang="es-EC" sz="4800" dirty="0">
                <a:latin typeface="Britannic Bold" panose="020B0903060703020204" pitchFamily="34" charset="0"/>
              </a:rPr>
              <a:t>ARQUITECTURA PROPUESTA Y TECNONOLOGIA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0DA61E7D-4EDB-DC7A-9F57-AEF45C283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566947"/>
            <a:ext cx="9144000" cy="440203"/>
          </a:xfrm>
        </p:spPr>
        <p:txBody>
          <a:bodyPr>
            <a:normAutofit/>
          </a:bodyPr>
          <a:lstStyle/>
          <a:p>
            <a:r>
              <a:rPr lang="es-ES" b="1" dirty="0">
                <a:latin typeface="Cambria" panose="02040503050406030204" pitchFamily="18" charset="0"/>
                <a:ea typeface="Cambria" panose="02040503050406030204" pitchFamily="18" charset="0"/>
              </a:rPr>
              <a:t>Arquitectura: 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Modelo cliente-servidor para aplicaciones web.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09484A3-3159-CB7F-6324-69CDB689E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38" t="33711" r="2644" b="30908"/>
          <a:stretch>
            <a:fillRect/>
          </a:stretch>
        </p:blipFill>
        <p:spPr>
          <a:xfrm>
            <a:off x="984738" y="2075325"/>
            <a:ext cx="10222523" cy="216199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E0F5F3F-C1A1-0201-B416-2C0214BA3E33}"/>
              </a:ext>
            </a:extLst>
          </p:cNvPr>
          <p:cNvSpPr txBox="1"/>
          <p:nvPr/>
        </p:nvSpPr>
        <p:spPr>
          <a:xfrm>
            <a:off x="1308735" y="4285193"/>
            <a:ext cx="1320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latin typeface="Cambria" panose="02040503050406030204" pitchFamily="18" charset="0"/>
                <a:ea typeface="Cambria" panose="02040503050406030204" pitchFamily="18" charset="0"/>
              </a:rPr>
              <a:t>ANGULAR</a:t>
            </a:r>
            <a:endParaRPr lang="es-EC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30C66FA-C571-9FFB-3D40-C83B5C8B9EFE}"/>
              </a:ext>
            </a:extLst>
          </p:cNvPr>
          <p:cNvSpPr txBox="1"/>
          <p:nvPr/>
        </p:nvSpPr>
        <p:spPr>
          <a:xfrm>
            <a:off x="6536055" y="4285193"/>
            <a:ext cx="1320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latin typeface="Cambria" panose="02040503050406030204" pitchFamily="18" charset="0"/>
                <a:ea typeface="Cambria" panose="02040503050406030204" pitchFamily="18" charset="0"/>
              </a:rPr>
              <a:t>NODE.JS</a:t>
            </a:r>
            <a:endParaRPr lang="es-EC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DDE151C-A37C-6EAC-E72C-77725E586850}"/>
              </a:ext>
            </a:extLst>
          </p:cNvPr>
          <p:cNvSpPr txBox="1"/>
          <p:nvPr/>
        </p:nvSpPr>
        <p:spPr>
          <a:xfrm>
            <a:off x="9347834" y="4285193"/>
            <a:ext cx="1320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latin typeface="Cambria" panose="02040503050406030204" pitchFamily="18" charset="0"/>
                <a:ea typeface="Cambria" panose="02040503050406030204" pitchFamily="18" charset="0"/>
              </a:rPr>
              <a:t>MYSQL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41657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E2CB-AE40-C19C-A785-E7BD563B8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20B77-DD89-E814-E75C-F0407985D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424"/>
            <a:ext cx="9144000" cy="824425"/>
          </a:xfrm>
        </p:spPr>
        <p:txBody>
          <a:bodyPr>
            <a:normAutofit/>
          </a:bodyPr>
          <a:lstStyle/>
          <a:p>
            <a:r>
              <a:rPr lang="es-EC" sz="4800" dirty="0">
                <a:latin typeface="Britannic Bold" panose="020B0903060703020204" pitchFamily="34" charset="0"/>
              </a:rPr>
              <a:t>METODOLOGIA A EMPLEARSE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5A80558-3AE3-7BF4-1E6F-F85B5E2FE6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3791373"/>
              </p:ext>
            </p:extLst>
          </p:nvPr>
        </p:nvGraphicFramePr>
        <p:xfrm>
          <a:off x="7035490" y="3346762"/>
          <a:ext cx="4769639" cy="3511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FB1F422F-3135-9F23-83BA-44FE679666D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127" t="2554" r="2643" b="14229"/>
          <a:stretch>
            <a:fillRect/>
          </a:stretch>
        </p:blipFill>
        <p:spPr>
          <a:xfrm>
            <a:off x="561952" y="3880339"/>
            <a:ext cx="6086667" cy="2414954"/>
          </a:xfrm>
          <a:prstGeom prst="rect">
            <a:avLst/>
          </a:prstGeom>
        </p:spPr>
      </p:pic>
      <p:pic>
        <p:nvPicPr>
          <p:cNvPr id="15" name="Imagen 1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AD75573-8FC2-A0BB-DB85-9CEE650BDA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80" b="42906"/>
          <a:stretch>
            <a:fillRect/>
          </a:stretch>
        </p:blipFill>
        <p:spPr>
          <a:xfrm>
            <a:off x="6389937" y="1469707"/>
            <a:ext cx="5010043" cy="1764220"/>
          </a:xfrm>
          <a:prstGeom prst="rect">
            <a:avLst/>
          </a:prstGeom>
        </p:spPr>
      </p:pic>
      <p:graphicFrame>
        <p:nvGraphicFramePr>
          <p:cNvPr id="16" name="Diagrama 15">
            <a:extLst>
              <a:ext uri="{FF2B5EF4-FFF2-40B4-BE49-F238E27FC236}">
                <a16:creationId xmlns:a16="http://schemas.microsoft.com/office/drawing/2014/main" id="{F3DB799B-2C63-BA37-3CCF-D7F174CDC0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758591"/>
              </p:ext>
            </p:extLst>
          </p:nvPr>
        </p:nvGraphicFramePr>
        <p:xfrm>
          <a:off x="598756" y="1278518"/>
          <a:ext cx="5791181" cy="2376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595487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2120D-9B2D-1A4A-4642-86358A40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rmato de Diapositivas para presentaciones UG | PPTX">
            <a:extLst>
              <a:ext uri="{FF2B5EF4-FFF2-40B4-BE49-F238E27FC236}">
                <a16:creationId xmlns:a16="http://schemas.microsoft.com/office/drawing/2014/main" id="{FB584283-E4EB-45C5-CD9C-6414A14AFB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6" b="10576"/>
          <a:stretch>
            <a:fillRect/>
          </a:stretch>
        </p:blipFill>
        <p:spPr bwMode="auto">
          <a:xfrm>
            <a:off x="20" y="0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8C2301F-3BF3-32A9-7418-F0728AD1F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64220"/>
            <a:ext cx="9144000" cy="824425"/>
          </a:xfrm>
        </p:spPr>
        <p:txBody>
          <a:bodyPr>
            <a:normAutofit/>
          </a:bodyPr>
          <a:lstStyle/>
          <a:p>
            <a:r>
              <a:rPr lang="es-EC" sz="4800" dirty="0">
                <a:latin typeface="Britannic Bold" panose="020B0903060703020204" pitchFamily="34" charset="0"/>
              </a:rPr>
              <a:t>CRONOGRAMA DE ACTIVIDADES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85EF4D5-6053-7BB0-F98F-54FD0C6368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2" t="31384" r="4230" b="11991"/>
          <a:stretch>
            <a:fillRect/>
          </a:stretch>
        </p:blipFill>
        <p:spPr>
          <a:xfrm>
            <a:off x="527538" y="2167864"/>
            <a:ext cx="11136923" cy="381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29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A4C9-B03C-28E9-4163-4E299E8E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rmato de Diapositivas para presentaciones UG | PPTX">
            <a:extLst>
              <a:ext uri="{FF2B5EF4-FFF2-40B4-BE49-F238E27FC236}">
                <a16:creationId xmlns:a16="http://schemas.microsoft.com/office/drawing/2014/main" id="{759EFE0D-2212-90DC-2723-71B1159A3C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6" b="10576"/>
          <a:stretch>
            <a:fillRect/>
          </a:stretch>
        </p:blipFill>
        <p:spPr bwMode="auto">
          <a:xfrm>
            <a:off x="20" y="0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1650E0B-5006-E84A-107C-1E86279EF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031" y="340500"/>
            <a:ext cx="11356237" cy="755473"/>
          </a:xfrm>
        </p:spPr>
        <p:txBody>
          <a:bodyPr>
            <a:normAutofit/>
          </a:bodyPr>
          <a:lstStyle/>
          <a:p>
            <a:r>
              <a:rPr lang="es-EC" sz="4800" dirty="0">
                <a:latin typeface="Britannic Bold" panose="020B0903060703020204" pitchFamily="34" charset="0"/>
              </a:rPr>
              <a:t>PRESUPUESTO Y VIABILIDAD TECNICA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B462D3-C5F9-DFE6-39BB-2E78B35E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769" y="5459419"/>
            <a:ext cx="10902461" cy="1089273"/>
          </a:xfrm>
        </p:spPr>
        <p:txBody>
          <a:bodyPr>
            <a:noAutofit/>
          </a:bodyPr>
          <a:lstStyle/>
          <a:p>
            <a:pPr algn="just"/>
            <a:r>
              <a:rPr lang="es-ES" sz="2300" b="1" dirty="0">
                <a:latin typeface="Cambria" panose="02040503050406030204" pitchFamily="18" charset="0"/>
                <a:ea typeface="Cambria" panose="02040503050406030204" pitchFamily="18" charset="0"/>
                <a:cs typeface="Centaur Now Caption" panose="020F0502020204030204" pitchFamily="2" charset="0"/>
              </a:rPr>
              <a:t>Viabilidad Técnica: </a:t>
            </a:r>
            <a:r>
              <a:rPr lang="es-ES" sz="2300" dirty="0">
                <a:latin typeface="Cambria" panose="02040503050406030204" pitchFamily="18" charset="0"/>
                <a:ea typeface="Cambria" panose="02040503050406030204" pitchFamily="18" charset="0"/>
                <a:cs typeface="Centaur Now Caption" panose="020F0502020204030204" pitchFamily="2" charset="0"/>
              </a:rPr>
              <a:t>Es alta, dado que se emplean tecnologías modernas y robustas que aseguran un procesamiento rápido y seguro de la información contable y de inventario de la empresa</a:t>
            </a:r>
            <a:endParaRPr lang="es-EC" sz="2300" dirty="0">
              <a:latin typeface="Cambria" panose="02040503050406030204" pitchFamily="18" charset="0"/>
              <a:ea typeface="Cambria" panose="02040503050406030204" pitchFamily="18" charset="0"/>
              <a:cs typeface="Centaur Now Caption" panose="020F0502020204030204" pitchFamily="2" charset="0"/>
            </a:endParaRPr>
          </a:p>
        </p:txBody>
      </p:sp>
      <p:pic>
        <p:nvPicPr>
          <p:cNvPr id="6" name="Imagen 5" descr="Imagen que contiene botella, firmar, plato, parada&#10;&#10;El contenido generado por IA puede ser incorrecto.">
            <a:extLst>
              <a:ext uri="{FF2B5EF4-FFF2-40B4-BE49-F238E27FC236}">
                <a16:creationId xmlns:a16="http://schemas.microsoft.com/office/drawing/2014/main" id="{44EC7CE0-6069-ECB5-76C9-3FD980834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69" y="2180934"/>
            <a:ext cx="2915681" cy="1938992"/>
          </a:xfrm>
          <a:prstGeom prst="rect">
            <a:avLst/>
          </a:prstGeom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3CCE8A4E-F89D-662A-B6BF-BA41E07FD5C9}"/>
              </a:ext>
            </a:extLst>
          </p:cNvPr>
          <p:cNvGrpSpPr/>
          <p:nvPr/>
        </p:nvGrpSpPr>
        <p:grpSpPr>
          <a:xfrm>
            <a:off x="3552076" y="1095973"/>
            <a:ext cx="8175994" cy="4162916"/>
            <a:chOff x="3593899" y="1279278"/>
            <a:chExt cx="8175994" cy="4162916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0D3D4A4-07A9-51B1-DA16-7241C49CF5DF}"/>
                </a:ext>
              </a:extLst>
            </p:cNvPr>
            <p:cNvSpPr txBox="1"/>
            <p:nvPr/>
          </p:nvSpPr>
          <p:spPr>
            <a:xfrm>
              <a:off x="3593899" y="1363680"/>
              <a:ext cx="3992462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C" sz="2400" b="1" dirty="0">
                  <a:latin typeface="Cambria" panose="02040503050406030204" pitchFamily="18" charset="0"/>
                  <a:ea typeface="Cambria" panose="02040503050406030204" pitchFamily="18" charset="0"/>
                </a:rPr>
                <a:t>Recursos Humanos</a:t>
              </a:r>
            </a:p>
            <a:p>
              <a:pPr algn="ctr"/>
              <a:r>
                <a:rPr lang="es-EC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2 estudiantes desarrolladores 1 tutor académico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687325F6-49A4-7026-B733-D8D183FB4EC3}"/>
                </a:ext>
              </a:extLst>
            </p:cNvPr>
            <p:cNvSpPr txBox="1"/>
            <p:nvPr/>
          </p:nvSpPr>
          <p:spPr>
            <a:xfrm>
              <a:off x="3593899" y="3133870"/>
              <a:ext cx="3960869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C" sz="2400" b="1" dirty="0">
                  <a:latin typeface="Cambria" panose="02040503050406030204" pitchFamily="18" charset="0"/>
                  <a:ea typeface="Cambria" panose="02040503050406030204" pitchFamily="18" charset="0"/>
                </a:rPr>
                <a:t>Herramientas Open Source</a:t>
              </a:r>
            </a:p>
            <a:p>
              <a:pPr algn="ctr"/>
              <a:r>
                <a:rPr lang="es-EC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Automatización con Jenkins/Docker, control de versiones con Git e IDEs gratuitos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06E28E5C-1D13-23EE-CD80-F5E785C289AB}"/>
                </a:ext>
              </a:extLst>
            </p:cNvPr>
            <p:cNvSpPr txBox="1"/>
            <p:nvPr/>
          </p:nvSpPr>
          <p:spPr>
            <a:xfrm>
              <a:off x="7554768" y="1363679"/>
              <a:ext cx="3992462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C" sz="2400" b="1" dirty="0">
                  <a:latin typeface="Cambria" panose="02040503050406030204" pitchFamily="18" charset="0"/>
                  <a:ea typeface="Cambria" panose="02040503050406030204" pitchFamily="18" charset="0"/>
                </a:rPr>
                <a:t>Recursos Tecnológicos</a:t>
              </a:r>
            </a:p>
            <a:p>
              <a:pPr algn="ctr"/>
              <a:r>
                <a:rPr lang="es-EC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Servidor Institucional VPS proporcionados por la Universidad Guayaquil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E3C3DE12-2301-253B-B80A-E868738884AE}"/>
                </a:ext>
              </a:extLst>
            </p:cNvPr>
            <p:cNvSpPr txBox="1"/>
            <p:nvPr/>
          </p:nvSpPr>
          <p:spPr>
            <a:xfrm>
              <a:off x="7554768" y="3503202"/>
              <a:ext cx="3992462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C" sz="2400" b="1" dirty="0">
                  <a:latin typeface="Cambria" panose="02040503050406030204" pitchFamily="18" charset="0"/>
                  <a:ea typeface="Cambria" panose="02040503050406030204" pitchFamily="18" charset="0"/>
                </a:rPr>
                <a:t>Recursos Materiales</a:t>
              </a:r>
            </a:p>
            <a:p>
              <a:pPr algn="ctr"/>
              <a:r>
                <a:rPr lang="es-EC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Equipo de desarrollo personales y servicios de internet propios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828AA534-5B9C-43E1-BAC4-D1A35FB702AD}"/>
                </a:ext>
              </a:extLst>
            </p:cNvPr>
            <p:cNvSpPr txBox="1"/>
            <p:nvPr/>
          </p:nvSpPr>
          <p:spPr>
            <a:xfrm>
              <a:off x="3593899" y="2838462"/>
              <a:ext cx="817599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EC" sz="2000" b="1" dirty="0"/>
                <a:t>____________________________________________________________________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B48B6FFE-21CA-3FB9-3D81-AD0C74612333}"/>
                </a:ext>
              </a:extLst>
            </p:cNvPr>
            <p:cNvSpPr txBox="1"/>
            <p:nvPr/>
          </p:nvSpPr>
          <p:spPr>
            <a:xfrm rot="16200000">
              <a:off x="5504546" y="3164647"/>
              <a:ext cx="407851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EC" sz="2000" b="1" dirty="0"/>
                <a:t>__________________________________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33883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642</Words>
  <Application>Microsoft Office PowerPoint</Application>
  <PresentationFormat>Panorámica</PresentationFormat>
  <Paragraphs>53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Britannic Bold</vt:lpstr>
      <vt:lpstr>Cambria</vt:lpstr>
      <vt:lpstr>Tema de Office</vt:lpstr>
      <vt:lpstr>UNIVERSIDAD DE GUAYAQUIL FACULTAD DE CIENCIAS MATEMATICAS Y FISICAS CARRERA DE SOFTWARE  SISTEMA WEB PARA LA ADMINISTRACIÓN DE INVENTARIO Y GENERACIÓN DE PRESUPUESTOS EN LA EMPRESA DE CONSTRUCCIÓN DE EDIFICIOS NO RESIDENCIALES J KASG S.A.  PROPUESTA DE TEMA DE TRABAJO DE INTEGRACION CURRICULAR | PERIODO 2026 – 2027 </vt:lpstr>
      <vt:lpstr>PLANTEAMIENTO DEL PROBLEMA</vt:lpstr>
      <vt:lpstr>OBJETIVO GENERAL</vt:lpstr>
      <vt:lpstr>OBJETIVOS ESPECIFICOS</vt:lpstr>
      <vt:lpstr>JUSTIFICACION E IMPORTANCIA</vt:lpstr>
      <vt:lpstr>ALCANCE DEL PROYECTO</vt:lpstr>
      <vt:lpstr>ARQUITECTURA PROPUESTA Y TECNONOLOGIA</vt:lpstr>
      <vt:lpstr>METODOLOGIA A EMPLEARSE</vt:lpstr>
      <vt:lpstr>CRONOGRAMA DE ACTIVIDADES</vt:lpstr>
      <vt:lpstr>PRESUPUESTO Y VIABILIDAD TECNICA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Tenesaca</dc:creator>
  <cp:lastModifiedBy>Maria Tenesaca</cp:lastModifiedBy>
  <cp:revision>1</cp:revision>
  <dcterms:created xsi:type="dcterms:W3CDTF">2026-02-26T20:05:23Z</dcterms:created>
  <dcterms:modified xsi:type="dcterms:W3CDTF">2026-03-04T23:13:48Z</dcterms:modified>
</cp:coreProperties>
</file>